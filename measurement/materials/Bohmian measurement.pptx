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832" r:id="rId2"/>
    <p:sldId id="833" r:id="rId3"/>
    <p:sldId id="75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260067-1351-4142-9C09-C06EE91E0A68}" v="360" dt="2026-04-13T11:06:01.3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avier Oriols" userId="cd763e4a3d831f8d" providerId="LiveId" clId="{3767E45B-624A-474A-A245-4216101ED769}"/>
    <pc:docChg chg="undo custSel addSld delSld modSld">
      <pc:chgData name="Xavier Oriols" userId="cd763e4a3d831f8d" providerId="LiveId" clId="{3767E45B-624A-474A-A245-4216101ED769}" dt="2026-04-13T11:12:24.801" v="1067" actId="20577"/>
      <pc:docMkLst>
        <pc:docMk/>
      </pc:docMkLst>
      <pc:sldChg chg="addSp delSp modSp mod delAnim modAnim">
        <pc:chgData name="Xavier Oriols" userId="cd763e4a3d831f8d" providerId="LiveId" clId="{3767E45B-624A-474A-A245-4216101ED769}" dt="2026-04-13T11:07:17.173" v="975" actId="20577"/>
        <pc:sldMkLst>
          <pc:docMk/>
          <pc:sldMk cId="882542012" sldId="750"/>
        </pc:sldMkLst>
        <pc:spChg chg="add mod">
          <ac:chgData name="Xavier Oriols" userId="cd763e4a3d831f8d" providerId="LiveId" clId="{3767E45B-624A-474A-A245-4216101ED769}" dt="2026-04-13T11:07:17.173" v="975" actId="20577"/>
          <ac:spMkLst>
            <pc:docMk/>
            <pc:sldMk cId="882542012" sldId="750"/>
            <ac:spMk id="2" creationId="{5FE869DD-2177-216C-F576-D17655E04ACB}"/>
          </ac:spMkLst>
        </pc:spChg>
        <pc:spChg chg="add mod">
          <ac:chgData name="Xavier Oriols" userId="cd763e4a3d831f8d" providerId="LiveId" clId="{3767E45B-624A-474A-A245-4216101ED769}" dt="2026-04-13T10:15:25.098" v="618" actId="14100"/>
          <ac:spMkLst>
            <pc:docMk/>
            <pc:sldMk cId="882542012" sldId="750"/>
            <ac:spMk id="3" creationId="{9F73258D-6F55-1330-6184-3B58200DC644}"/>
          </ac:spMkLst>
        </pc:spChg>
        <pc:spChg chg="add del mod">
          <ac:chgData name="Xavier Oriols" userId="cd763e4a3d831f8d" providerId="LiveId" clId="{3767E45B-624A-474A-A245-4216101ED769}" dt="2026-04-13T10:18:59.960" v="672" actId="478"/>
          <ac:spMkLst>
            <pc:docMk/>
            <pc:sldMk cId="882542012" sldId="750"/>
            <ac:spMk id="4" creationId="{AE6E9151-EF54-1FAD-EB72-9D0B356D419D}"/>
          </ac:spMkLst>
        </pc:spChg>
        <pc:spChg chg="add mod">
          <ac:chgData name="Xavier Oriols" userId="cd763e4a3d831f8d" providerId="LiveId" clId="{3767E45B-624A-474A-A245-4216101ED769}" dt="2026-04-13T11:06:23.692" v="960" actId="207"/>
          <ac:spMkLst>
            <pc:docMk/>
            <pc:sldMk cId="882542012" sldId="750"/>
            <ac:spMk id="4" creationId="{E8C4A92B-8203-B046-1033-68D8D2BDA7DC}"/>
          </ac:spMkLst>
        </pc:spChg>
        <pc:spChg chg="add mod">
          <ac:chgData name="Xavier Oriols" userId="cd763e4a3d831f8d" providerId="LiveId" clId="{3767E45B-624A-474A-A245-4216101ED769}" dt="2026-04-13T10:20:23.966" v="708" actId="1076"/>
          <ac:spMkLst>
            <pc:docMk/>
            <pc:sldMk cId="882542012" sldId="750"/>
            <ac:spMk id="5" creationId="{2A38FFE2-06B8-9760-073E-2C509909E74C}"/>
          </ac:spMkLst>
        </pc:spChg>
        <pc:spChg chg="add mod">
          <ac:chgData name="Xavier Oriols" userId="cd763e4a3d831f8d" providerId="LiveId" clId="{3767E45B-624A-474A-A245-4216101ED769}" dt="2026-04-13T10:20:27.612" v="709" actId="1076"/>
          <ac:spMkLst>
            <pc:docMk/>
            <pc:sldMk cId="882542012" sldId="750"/>
            <ac:spMk id="6" creationId="{F00BF29B-B966-CC3F-DB55-412EC770189F}"/>
          </ac:spMkLst>
        </pc:spChg>
        <pc:spChg chg="add mod">
          <ac:chgData name="Xavier Oriols" userId="cd763e4a3d831f8d" providerId="LiveId" clId="{3767E45B-624A-474A-A245-4216101ED769}" dt="2026-04-13T11:06:23.692" v="960" actId="207"/>
          <ac:spMkLst>
            <pc:docMk/>
            <pc:sldMk cId="882542012" sldId="750"/>
            <ac:spMk id="8" creationId="{A64BE25A-6165-0C1D-FE26-9D5F6E4C3242}"/>
          </ac:spMkLst>
        </pc:spChg>
        <pc:spChg chg="add mod">
          <ac:chgData name="Xavier Oriols" userId="cd763e4a3d831f8d" providerId="LiveId" clId="{3767E45B-624A-474A-A245-4216101ED769}" dt="2026-04-13T11:06:23.692" v="960" actId="207"/>
          <ac:spMkLst>
            <pc:docMk/>
            <pc:sldMk cId="882542012" sldId="750"/>
            <ac:spMk id="9" creationId="{0FE84DE0-8B9C-A4EB-3989-97E934993D36}"/>
          </ac:spMkLst>
        </pc:spChg>
        <pc:spChg chg="del">
          <ac:chgData name="Xavier Oriols" userId="cd763e4a3d831f8d" providerId="LiveId" clId="{3767E45B-624A-474A-A245-4216101ED769}" dt="2026-04-13T10:20:33.770" v="711" actId="478"/>
          <ac:spMkLst>
            <pc:docMk/>
            <pc:sldMk cId="882542012" sldId="750"/>
            <ac:spMk id="10" creationId="{FA95E39E-A7A4-44C5-B8BD-4196005DFE9F}"/>
          </ac:spMkLst>
        </pc:spChg>
        <pc:spChg chg="del">
          <ac:chgData name="Xavier Oriols" userId="cd763e4a3d831f8d" providerId="LiveId" clId="{3767E45B-624A-474A-A245-4216101ED769}" dt="2026-04-13T10:14:25.973" v="609" actId="478"/>
          <ac:spMkLst>
            <pc:docMk/>
            <pc:sldMk cId="882542012" sldId="750"/>
            <ac:spMk id="11" creationId="{00000000-0000-0000-0000-000000000000}"/>
          </ac:spMkLst>
        </pc:spChg>
        <pc:spChg chg="mod">
          <ac:chgData name="Xavier Oriols" userId="cd763e4a3d831f8d" providerId="LiveId" clId="{3767E45B-624A-474A-A245-4216101ED769}" dt="2026-04-13T10:15:35.792" v="620" actId="255"/>
          <ac:spMkLst>
            <pc:docMk/>
            <pc:sldMk cId="882542012" sldId="750"/>
            <ac:spMk id="12" creationId="{E2A6D754-7F8F-4429-BBDE-482ED4D39ADF}"/>
          </ac:spMkLst>
        </pc:spChg>
        <pc:spChg chg="del">
          <ac:chgData name="Xavier Oriols" userId="cd763e4a3d831f8d" providerId="LiveId" clId="{3767E45B-624A-474A-A245-4216101ED769}" dt="2026-04-13T10:14:01.319" v="607" actId="478"/>
          <ac:spMkLst>
            <pc:docMk/>
            <pc:sldMk cId="882542012" sldId="750"/>
            <ac:spMk id="13" creationId="{C136864C-7034-490A-893B-095ABDD10374}"/>
          </ac:spMkLst>
        </pc:spChg>
        <pc:spChg chg="del">
          <ac:chgData name="Xavier Oriols" userId="cd763e4a3d831f8d" providerId="LiveId" clId="{3767E45B-624A-474A-A245-4216101ED769}" dt="2026-04-13T10:16:02.451" v="625" actId="478"/>
          <ac:spMkLst>
            <pc:docMk/>
            <pc:sldMk cId="882542012" sldId="750"/>
            <ac:spMk id="15" creationId="{00000000-0000-0000-0000-000000000000}"/>
          </ac:spMkLst>
        </pc:spChg>
        <pc:picChg chg="mod">
          <ac:chgData name="Xavier Oriols" userId="cd763e4a3d831f8d" providerId="LiveId" clId="{3767E45B-624A-474A-A245-4216101ED769}" dt="2026-04-13T11:05:24.999" v="944" actId="1076"/>
          <ac:picMkLst>
            <pc:docMk/>
            <pc:sldMk cId="882542012" sldId="750"/>
            <ac:picMk id="14" creationId="{3529516E-3E8A-46B7-A746-98A0076223D4}"/>
          </ac:picMkLst>
        </pc:picChg>
        <pc:picChg chg="mod">
          <ac:chgData name="Xavier Oriols" userId="cd763e4a3d831f8d" providerId="LiveId" clId="{3767E45B-624A-474A-A245-4216101ED769}" dt="2026-04-13T11:05:27.504" v="945" actId="1076"/>
          <ac:picMkLst>
            <pc:docMk/>
            <pc:sldMk cId="882542012" sldId="750"/>
            <ac:picMk id="17" creationId="{00000000-0000-0000-0000-000000000000}"/>
          </ac:picMkLst>
        </pc:picChg>
        <pc:picChg chg="mod">
          <ac:chgData name="Xavier Oriols" userId="cd763e4a3d831f8d" providerId="LiveId" clId="{3767E45B-624A-474A-A245-4216101ED769}" dt="2026-04-13T10:16:19.277" v="629" actId="1076"/>
          <ac:picMkLst>
            <pc:docMk/>
            <pc:sldMk cId="882542012" sldId="750"/>
            <ac:picMk id="20" creationId="{00000000-0000-0000-0000-000000000000}"/>
          </ac:picMkLst>
        </pc:picChg>
        <pc:picChg chg="mod">
          <ac:chgData name="Xavier Oriols" userId="cd763e4a3d831f8d" providerId="LiveId" clId="{3767E45B-624A-474A-A245-4216101ED769}" dt="2026-04-13T10:16:14.718" v="628" actId="1076"/>
          <ac:picMkLst>
            <pc:docMk/>
            <pc:sldMk cId="882542012" sldId="750"/>
            <ac:picMk id="21" creationId="{00000000-0000-0000-0000-000000000000}"/>
          </ac:picMkLst>
        </pc:picChg>
      </pc:sldChg>
      <pc:sldChg chg="addSp delSp modSp mod delAnim modAnim">
        <pc:chgData name="Xavier Oriols" userId="cd763e4a3d831f8d" providerId="LiveId" clId="{3767E45B-624A-474A-A245-4216101ED769}" dt="2026-04-13T11:11:16.297" v="994" actId="20577"/>
        <pc:sldMkLst>
          <pc:docMk/>
          <pc:sldMk cId="3221794241" sldId="832"/>
        </pc:sldMkLst>
        <pc:spChg chg="add mod">
          <ac:chgData name="Xavier Oriols" userId="cd763e4a3d831f8d" providerId="LiveId" clId="{3767E45B-624A-474A-A245-4216101ED769}" dt="2026-04-13T11:11:16.297" v="994" actId="20577"/>
          <ac:spMkLst>
            <pc:docMk/>
            <pc:sldMk cId="3221794241" sldId="832"/>
            <ac:spMk id="3" creationId="{8DEDD0E4-6481-C441-634B-4F877B00E1F8}"/>
          </ac:spMkLst>
        </pc:spChg>
        <pc:spChg chg="add del mod">
          <ac:chgData name="Xavier Oriols" userId="cd763e4a3d831f8d" providerId="LiveId" clId="{3767E45B-624A-474A-A245-4216101ED769}" dt="2026-04-13T10:02:14.680" v="143" actId="478"/>
          <ac:spMkLst>
            <pc:docMk/>
            <pc:sldMk cId="3221794241" sldId="832"/>
            <ac:spMk id="4" creationId="{3B8A1F57-EA9D-4139-FBD9-8B2130764486}"/>
          </ac:spMkLst>
        </pc:spChg>
        <pc:spChg chg="add mod">
          <ac:chgData name="Xavier Oriols" userId="cd763e4a3d831f8d" providerId="LiveId" clId="{3767E45B-624A-474A-A245-4216101ED769}" dt="2026-04-13T11:06:35.712" v="962" actId="207"/>
          <ac:spMkLst>
            <pc:docMk/>
            <pc:sldMk cId="3221794241" sldId="832"/>
            <ac:spMk id="4" creationId="{58A78E71-232A-58DF-0F17-4A20A61DD208}"/>
          </ac:spMkLst>
        </pc:spChg>
        <pc:spChg chg="add mod">
          <ac:chgData name="Xavier Oriols" userId="cd763e4a3d831f8d" providerId="LiveId" clId="{3767E45B-624A-474A-A245-4216101ED769}" dt="2026-04-13T10:06:42.980" v="272" actId="1035"/>
          <ac:spMkLst>
            <pc:docMk/>
            <pc:sldMk cId="3221794241" sldId="832"/>
            <ac:spMk id="5" creationId="{C815B457-6111-CB18-9A1A-C3FAEB107E0F}"/>
          </ac:spMkLst>
        </pc:spChg>
        <pc:spChg chg="add mod">
          <ac:chgData name="Xavier Oriols" userId="cd763e4a3d831f8d" providerId="LiveId" clId="{3767E45B-624A-474A-A245-4216101ED769}" dt="2026-04-13T10:06:42.980" v="272" actId="1035"/>
          <ac:spMkLst>
            <pc:docMk/>
            <pc:sldMk cId="3221794241" sldId="832"/>
            <ac:spMk id="6" creationId="{45CC083E-E704-E73F-0077-8C4D620EAB3A}"/>
          </ac:spMkLst>
        </pc:spChg>
        <pc:spChg chg="add mod">
          <ac:chgData name="Xavier Oriols" userId="cd763e4a3d831f8d" providerId="LiveId" clId="{3767E45B-624A-474A-A245-4216101ED769}" dt="2026-04-13T11:11:09.149" v="989" actId="20577"/>
          <ac:spMkLst>
            <pc:docMk/>
            <pc:sldMk cId="3221794241" sldId="832"/>
            <ac:spMk id="7" creationId="{B2AE02BA-AA10-7709-E705-DE710D02A5B2}"/>
          </ac:spMkLst>
        </pc:spChg>
        <pc:spChg chg="add mod">
          <ac:chgData name="Xavier Oriols" userId="cd763e4a3d831f8d" providerId="LiveId" clId="{3767E45B-624A-474A-A245-4216101ED769}" dt="2026-04-13T10:07:41.456" v="280" actId="1076"/>
          <ac:spMkLst>
            <pc:docMk/>
            <pc:sldMk cId="3221794241" sldId="832"/>
            <ac:spMk id="8" creationId="{0143AEB0-2244-BEB9-FD9D-116535777AB4}"/>
          </ac:spMkLst>
        </pc:spChg>
        <pc:spChg chg="del mod">
          <ac:chgData name="Xavier Oriols" userId="cd763e4a3d831f8d" providerId="LiveId" clId="{3767E45B-624A-474A-A245-4216101ED769}" dt="2026-04-13T10:00:43.055" v="133" actId="478"/>
          <ac:spMkLst>
            <pc:docMk/>
            <pc:sldMk cId="3221794241" sldId="832"/>
            <ac:spMk id="16" creationId="{00000000-0000-0000-0000-000000000000}"/>
          </ac:spMkLst>
        </pc:spChg>
        <pc:spChg chg="mod">
          <ac:chgData name="Xavier Oriols" userId="cd763e4a3d831f8d" providerId="LiveId" clId="{3767E45B-624A-474A-A245-4216101ED769}" dt="2026-04-13T11:03:14.135" v="791" actId="14100"/>
          <ac:spMkLst>
            <pc:docMk/>
            <pc:sldMk cId="3221794241" sldId="832"/>
            <ac:spMk id="18" creationId="{C136864C-7034-490A-893B-095ABDD10374}"/>
          </ac:spMkLst>
        </pc:spChg>
        <pc:spChg chg="mod">
          <ac:chgData name="Xavier Oriols" userId="cd763e4a3d831f8d" providerId="LiveId" clId="{3767E45B-624A-474A-A245-4216101ED769}" dt="2026-04-13T10:06:26.032" v="230" actId="1038"/>
          <ac:spMkLst>
            <pc:docMk/>
            <pc:sldMk cId="3221794241" sldId="832"/>
            <ac:spMk id="223236" creationId="{00000000-0000-0000-0000-000000000000}"/>
          </ac:spMkLst>
        </pc:spChg>
        <pc:grpChg chg="mod">
          <ac:chgData name="Xavier Oriols" userId="cd763e4a3d831f8d" providerId="LiveId" clId="{3767E45B-624A-474A-A245-4216101ED769}" dt="2026-04-13T10:01:30.413" v="136" actId="1076"/>
          <ac:grpSpMkLst>
            <pc:docMk/>
            <pc:sldMk cId="3221794241" sldId="832"/>
            <ac:grpSpMk id="2" creationId="{00000000-0000-0000-0000-000000000000}"/>
          </ac:grpSpMkLst>
        </pc:grpChg>
        <pc:graphicFrameChg chg="mod">
          <ac:chgData name="Xavier Oriols" userId="cd763e4a3d831f8d" providerId="LiveId" clId="{3767E45B-624A-474A-A245-4216101ED769}" dt="2026-04-13T10:01:30.413" v="136" actId="1076"/>
          <ac:graphicFrameMkLst>
            <pc:docMk/>
            <pc:sldMk cId="3221794241" sldId="832"/>
            <ac:graphicFrameMk id="223244" creationId="{00000000-0000-0000-0000-000000000000}"/>
          </ac:graphicFrameMkLst>
        </pc:graphicFrameChg>
        <pc:graphicFrameChg chg="mod">
          <ac:chgData name="Xavier Oriols" userId="cd763e4a3d831f8d" providerId="LiveId" clId="{3767E45B-624A-474A-A245-4216101ED769}" dt="2026-04-13T10:06:26.032" v="230" actId="1038"/>
          <ac:graphicFrameMkLst>
            <pc:docMk/>
            <pc:sldMk cId="3221794241" sldId="832"/>
            <ac:graphicFrameMk id="223245" creationId="{00000000-0000-0000-0000-000000000000}"/>
          </ac:graphicFrameMkLst>
        </pc:graphicFrameChg>
        <pc:picChg chg="mod">
          <ac:chgData name="Xavier Oriols" userId="cd763e4a3d831f8d" providerId="LiveId" clId="{3767E45B-624A-474A-A245-4216101ED769}" dt="2026-04-13T10:06:42.980" v="272" actId="1035"/>
          <ac:picMkLst>
            <pc:docMk/>
            <pc:sldMk cId="3221794241" sldId="832"/>
            <ac:picMk id="28" creationId="{00000000-0000-0000-0000-000000000000}"/>
          </ac:picMkLst>
        </pc:picChg>
        <pc:picChg chg="mod">
          <ac:chgData name="Xavier Oriols" userId="cd763e4a3d831f8d" providerId="LiveId" clId="{3767E45B-624A-474A-A245-4216101ED769}" dt="2026-04-13T10:06:42.980" v="272" actId="1035"/>
          <ac:picMkLst>
            <pc:docMk/>
            <pc:sldMk cId="3221794241" sldId="832"/>
            <ac:picMk id="30" creationId="{00000000-0000-0000-0000-000000000000}"/>
          </ac:picMkLst>
        </pc:picChg>
        <pc:picChg chg="del mod">
          <ac:chgData name="Xavier Oriols" userId="cd763e4a3d831f8d" providerId="LiveId" clId="{3767E45B-624A-474A-A245-4216101ED769}" dt="2026-04-13T09:58:47.819" v="8" actId="478"/>
          <ac:picMkLst>
            <pc:docMk/>
            <pc:sldMk cId="3221794241" sldId="832"/>
            <ac:picMk id="31" creationId="{00000000-0000-0000-0000-000000000000}"/>
          </ac:picMkLst>
        </pc:picChg>
        <pc:picChg chg="del mod">
          <ac:chgData name="Xavier Oriols" userId="cd763e4a3d831f8d" providerId="LiveId" clId="{3767E45B-624A-474A-A245-4216101ED769}" dt="2026-04-13T09:58:50.418" v="9" actId="478"/>
          <ac:picMkLst>
            <pc:docMk/>
            <pc:sldMk cId="3221794241" sldId="832"/>
            <ac:picMk id="32" creationId="{00000000-0000-0000-0000-000000000000}"/>
          </ac:picMkLst>
        </pc:picChg>
        <pc:picChg chg="add mod">
          <ac:chgData name="Xavier Oriols" userId="cd763e4a3d831f8d" providerId="LiveId" clId="{3767E45B-624A-474A-A245-4216101ED769}" dt="2026-04-13T10:08:08.519" v="305" actId="1076"/>
          <ac:picMkLst>
            <pc:docMk/>
            <pc:sldMk cId="3221794241" sldId="832"/>
            <ac:picMk id="1026" creationId="{C94254E7-C79E-8C3E-8AA9-614FB6D48AE1}"/>
          </ac:picMkLst>
        </pc:picChg>
        <pc:picChg chg="mod">
          <ac:chgData name="Xavier Oriols" userId="cd763e4a3d831f8d" providerId="LiveId" clId="{3767E45B-624A-474A-A245-4216101ED769}" dt="2026-04-13T10:06:34.621" v="255" actId="1035"/>
          <ac:picMkLst>
            <pc:docMk/>
            <pc:sldMk cId="3221794241" sldId="832"/>
            <ac:picMk id="223243" creationId="{00000000-0000-0000-0000-000000000000}"/>
          </ac:picMkLst>
        </pc:picChg>
      </pc:sldChg>
      <pc:sldChg chg="addSp delSp modSp mod addAnim delAnim modAnim">
        <pc:chgData name="Xavier Oriols" userId="cd763e4a3d831f8d" providerId="LiveId" clId="{3767E45B-624A-474A-A245-4216101ED769}" dt="2026-04-13T11:12:24.801" v="1067" actId="20577"/>
        <pc:sldMkLst>
          <pc:docMk/>
          <pc:sldMk cId="3437953072" sldId="833"/>
        </pc:sldMkLst>
        <pc:spChg chg="add mod">
          <ac:chgData name="Xavier Oriols" userId="cd763e4a3d831f8d" providerId="LiveId" clId="{3767E45B-624A-474A-A245-4216101ED769}" dt="2026-04-13T11:07:02.691" v="966" actId="313"/>
          <ac:spMkLst>
            <pc:docMk/>
            <pc:sldMk cId="3437953072" sldId="833"/>
            <ac:spMk id="2" creationId="{022DB62F-27A9-3C9D-DAAA-4FE743C98A5F}"/>
          </ac:spMkLst>
        </pc:spChg>
        <pc:spChg chg="add mod">
          <ac:chgData name="Xavier Oriols" userId="cd763e4a3d831f8d" providerId="LiveId" clId="{3767E45B-624A-474A-A245-4216101ED769}" dt="2026-04-13T11:11:26.726" v="995" actId="1076"/>
          <ac:spMkLst>
            <pc:docMk/>
            <pc:sldMk cId="3437953072" sldId="833"/>
            <ac:spMk id="3" creationId="{242A595D-0B6C-72E1-EDDD-AEA879B29C02}"/>
          </ac:spMkLst>
        </pc:spChg>
        <pc:spChg chg="mod">
          <ac:chgData name="Xavier Oriols" userId="cd763e4a3d831f8d" providerId="LiveId" clId="{3767E45B-624A-474A-A245-4216101ED769}" dt="2026-04-13T10:09:23.056" v="334"/>
          <ac:spMkLst>
            <pc:docMk/>
            <pc:sldMk cId="3437953072" sldId="833"/>
            <ac:spMk id="7" creationId="{718133D1-1EF0-4F71-5B8A-FAB91F40BF27}"/>
          </ac:spMkLst>
        </pc:spChg>
        <pc:spChg chg="mod">
          <ac:chgData name="Xavier Oriols" userId="cd763e4a3d831f8d" providerId="LiveId" clId="{3767E45B-624A-474A-A245-4216101ED769}" dt="2026-04-13T10:09:23.056" v="334"/>
          <ac:spMkLst>
            <pc:docMk/>
            <pc:sldMk cId="3437953072" sldId="833"/>
            <ac:spMk id="8" creationId="{D6498074-57AA-0A14-D678-3094AF0FD308}"/>
          </ac:spMkLst>
        </pc:spChg>
        <pc:spChg chg="add mod">
          <ac:chgData name="Xavier Oriols" userId="cd763e4a3d831f8d" providerId="LiveId" clId="{3767E45B-624A-474A-A245-4216101ED769}" dt="2026-04-13T11:07:11.254" v="971" actId="14100"/>
          <ac:spMkLst>
            <pc:docMk/>
            <pc:sldMk cId="3437953072" sldId="833"/>
            <ac:spMk id="9" creationId="{ACA9D9C0-9180-C70B-9E11-9FE09A8D4992}"/>
          </ac:spMkLst>
        </pc:spChg>
        <pc:spChg chg="add mod">
          <ac:chgData name="Xavier Oriols" userId="cd763e4a3d831f8d" providerId="LiveId" clId="{3767E45B-624A-474A-A245-4216101ED769}" dt="2026-04-13T11:11:55.522" v="1055" actId="6549"/>
          <ac:spMkLst>
            <pc:docMk/>
            <pc:sldMk cId="3437953072" sldId="833"/>
            <ac:spMk id="10" creationId="{2712C8B8-97DD-D310-8537-701D6CB192D9}"/>
          </ac:spMkLst>
        </pc:spChg>
        <pc:spChg chg="add mod">
          <ac:chgData name="Xavier Oriols" userId="cd763e4a3d831f8d" providerId="LiveId" clId="{3767E45B-624A-474A-A245-4216101ED769}" dt="2026-04-13T10:09:42.567" v="336"/>
          <ac:spMkLst>
            <pc:docMk/>
            <pc:sldMk cId="3437953072" sldId="833"/>
            <ac:spMk id="12" creationId="{FA5095F8-1723-97DF-E68B-A328330C5703}"/>
          </ac:spMkLst>
        </pc:spChg>
        <pc:spChg chg="add mod">
          <ac:chgData name="Xavier Oriols" userId="cd763e4a3d831f8d" providerId="LiveId" clId="{3767E45B-624A-474A-A245-4216101ED769}" dt="2026-04-13T10:09:42.567" v="336"/>
          <ac:spMkLst>
            <pc:docMk/>
            <pc:sldMk cId="3437953072" sldId="833"/>
            <ac:spMk id="13" creationId="{2ECCE794-522B-3901-8BF7-AA6CCA3D227C}"/>
          </ac:spMkLst>
        </pc:spChg>
        <pc:spChg chg="add mod">
          <ac:chgData name="Xavier Oriols" userId="cd763e4a3d831f8d" providerId="LiveId" clId="{3767E45B-624A-474A-A245-4216101ED769}" dt="2026-04-13T10:13:36.065" v="589" actId="6549"/>
          <ac:spMkLst>
            <pc:docMk/>
            <pc:sldMk cId="3437953072" sldId="833"/>
            <ac:spMk id="14" creationId="{BC349873-A733-6135-2301-801616642BC7}"/>
          </ac:spMkLst>
        </pc:spChg>
        <pc:spChg chg="del">
          <ac:chgData name="Xavier Oriols" userId="cd763e4a3d831f8d" providerId="LiveId" clId="{3767E45B-624A-474A-A245-4216101ED769}" dt="2026-04-13T10:20:40.946" v="712" actId="478"/>
          <ac:spMkLst>
            <pc:docMk/>
            <pc:sldMk cId="3437953072" sldId="833"/>
            <ac:spMk id="15" creationId="{08F843B1-9216-2664-5DCC-E5A0DF3F3527}"/>
          </ac:spMkLst>
        </pc:spChg>
        <pc:spChg chg="del">
          <ac:chgData name="Xavier Oriols" userId="cd763e4a3d831f8d" providerId="LiveId" clId="{3767E45B-624A-474A-A245-4216101ED769}" dt="2026-04-13T10:08:42.502" v="325" actId="478"/>
          <ac:spMkLst>
            <pc:docMk/>
            <pc:sldMk cId="3437953072" sldId="833"/>
            <ac:spMk id="16" creationId="{B94D52B9-9347-A369-4F82-4F92F1AFE822}"/>
          </ac:spMkLst>
        </pc:spChg>
        <pc:spChg chg="add mod">
          <ac:chgData name="Xavier Oriols" userId="cd763e4a3d831f8d" providerId="LiveId" clId="{3767E45B-624A-474A-A245-4216101ED769}" dt="2026-04-13T11:12:24.801" v="1067" actId="20577"/>
          <ac:spMkLst>
            <pc:docMk/>
            <pc:sldMk cId="3437953072" sldId="833"/>
            <ac:spMk id="17" creationId="{293E2B23-A0F8-9655-8A90-8E583206E7BF}"/>
          </ac:spMkLst>
        </pc:spChg>
        <pc:spChg chg="del mod">
          <ac:chgData name="Xavier Oriols" userId="cd763e4a3d831f8d" providerId="LiveId" clId="{3767E45B-624A-474A-A245-4216101ED769}" dt="2026-04-13T10:09:19.966" v="332" actId="478"/>
          <ac:spMkLst>
            <pc:docMk/>
            <pc:sldMk cId="3437953072" sldId="833"/>
            <ac:spMk id="18" creationId="{519E20F2-33FA-2F3B-FDE7-C16388004A74}"/>
          </ac:spMkLst>
        </pc:spChg>
        <pc:spChg chg="del">
          <ac:chgData name="Xavier Oriols" userId="cd763e4a3d831f8d" providerId="LiveId" clId="{3767E45B-624A-474A-A245-4216101ED769}" dt="2026-04-13T10:10:07.298" v="345" actId="478"/>
          <ac:spMkLst>
            <pc:docMk/>
            <pc:sldMk cId="3437953072" sldId="833"/>
            <ac:spMk id="223236" creationId="{079F5FDB-3C98-399E-13FC-670AC009632C}"/>
          </ac:spMkLst>
        </pc:spChg>
        <pc:grpChg chg="del">
          <ac:chgData name="Xavier Oriols" userId="cd763e4a3d831f8d" providerId="LiveId" clId="{3767E45B-624A-474A-A245-4216101ED769}" dt="2026-04-13T10:09:22.156" v="333" actId="478"/>
          <ac:grpSpMkLst>
            <pc:docMk/>
            <pc:sldMk cId="3437953072" sldId="833"/>
            <ac:grpSpMk id="2" creationId="{ECB38F27-BA2F-5414-D8D1-D5DC2124B8A5}"/>
          </ac:grpSpMkLst>
        </pc:grpChg>
        <pc:grpChg chg="add del mod">
          <ac:chgData name="Xavier Oriols" userId="cd763e4a3d831f8d" providerId="LiveId" clId="{3767E45B-624A-474A-A245-4216101ED769}" dt="2026-04-13T11:01:20.737" v="714" actId="478"/>
          <ac:grpSpMkLst>
            <pc:docMk/>
            <pc:sldMk cId="3437953072" sldId="833"/>
            <ac:grpSpMk id="6" creationId="{1BC27B86-5E4E-4BDE-9698-EBFCD3E2FF8F}"/>
          </ac:grpSpMkLst>
        </pc:grpChg>
        <pc:graphicFrameChg chg="add del mod">
          <ac:chgData name="Xavier Oriols" userId="cd763e4a3d831f8d" providerId="LiveId" clId="{3767E45B-624A-474A-A245-4216101ED769}" dt="2026-04-13T11:01:18.498" v="713" actId="478"/>
          <ac:graphicFrameMkLst>
            <pc:docMk/>
            <pc:sldMk cId="3437953072" sldId="833"/>
            <ac:graphicFrameMk id="5" creationId="{2C851B6C-F6AE-B691-67AF-4FC70D94035A}"/>
          </ac:graphicFrameMkLst>
        </pc:graphicFrameChg>
        <pc:graphicFrameChg chg="add mod">
          <ac:chgData name="Xavier Oriols" userId="cd763e4a3d831f8d" providerId="LiveId" clId="{3767E45B-624A-474A-A245-4216101ED769}" dt="2026-04-13T11:01:27.218" v="715" actId="1076"/>
          <ac:graphicFrameMkLst>
            <pc:docMk/>
            <pc:sldMk cId="3437953072" sldId="833"/>
            <ac:graphicFrameMk id="11" creationId="{B69DC05D-EE13-E026-0879-E67A8BDFB852}"/>
          </ac:graphicFrameMkLst>
        </pc:graphicFrameChg>
        <pc:graphicFrameChg chg="del">
          <ac:chgData name="Xavier Oriols" userId="cd763e4a3d831f8d" providerId="LiveId" clId="{3767E45B-624A-474A-A245-4216101ED769}" dt="2026-04-13T10:09:19.966" v="332" actId="478"/>
          <ac:graphicFrameMkLst>
            <pc:docMk/>
            <pc:sldMk cId="3437953072" sldId="833"/>
            <ac:graphicFrameMk id="223244" creationId="{234408A6-381A-716C-8352-39343E9E650A}"/>
          </ac:graphicFrameMkLst>
        </pc:graphicFrameChg>
        <pc:graphicFrameChg chg="del">
          <ac:chgData name="Xavier Oriols" userId="cd763e4a3d831f8d" providerId="LiveId" clId="{3767E45B-624A-474A-A245-4216101ED769}" dt="2026-04-13T10:09:19.966" v="332" actId="478"/>
          <ac:graphicFrameMkLst>
            <pc:docMk/>
            <pc:sldMk cId="3437953072" sldId="833"/>
            <ac:graphicFrameMk id="223245" creationId="{0F81C64F-1D90-EB15-6F14-81B340890AA3}"/>
          </ac:graphicFrameMkLst>
        </pc:graphicFrameChg>
        <pc:picChg chg="add mod">
          <ac:chgData name="Xavier Oriols" userId="cd763e4a3d831f8d" providerId="LiveId" clId="{3767E45B-624A-474A-A245-4216101ED769}" dt="2026-04-13T10:09:23.056" v="334"/>
          <ac:picMkLst>
            <pc:docMk/>
            <pc:sldMk cId="3437953072" sldId="833"/>
            <ac:picMk id="4" creationId="{B4879C47-DA76-6924-3D62-9952BA7FCD07}"/>
          </ac:picMkLst>
        </pc:picChg>
        <pc:picChg chg="del">
          <ac:chgData name="Xavier Oriols" userId="cd763e4a3d831f8d" providerId="LiveId" clId="{3767E45B-624A-474A-A245-4216101ED769}" dt="2026-04-13T10:10:02.226" v="344" actId="478"/>
          <ac:picMkLst>
            <pc:docMk/>
            <pc:sldMk cId="3437953072" sldId="833"/>
            <ac:picMk id="28" creationId="{E9C19C69-0393-4DA8-D1A3-C8821F9A5EA9}"/>
          </ac:picMkLst>
        </pc:picChg>
        <pc:picChg chg="del mod">
          <ac:chgData name="Xavier Oriols" userId="cd763e4a3d831f8d" providerId="LiveId" clId="{3767E45B-624A-474A-A245-4216101ED769}" dt="2026-04-13T10:09:58.447" v="342" actId="478"/>
          <ac:picMkLst>
            <pc:docMk/>
            <pc:sldMk cId="3437953072" sldId="833"/>
            <ac:picMk id="30" creationId="{DBC1AA3A-299E-2FF9-D6DA-8A7FEDBEC521}"/>
          </ac:picMkLst>
        </pc:picChg>
        <pc:picChg chg="mod">
          <ac:chgData name="Xavier Oriols" userId="cd763e4a3d831f8d" providerId="LiveId" clId="{3767E45B-624A-474A-A245-4216101ED769}" dt="2026-04-13T10:10:14.438" v="347" actId="1076"/>
          <ac:picMkLst>
            <pc:docMk/>
            <pc:sldMk cId="3437953072" sldId="833"/>
            <ac:picMk id="31" creationId="{E821A3D7-F62D-1D21-C24C-27725E4F7DD1}"/>
          </ac:picMkLst>
        </pc:picChg>
        <pc:picChg chg="add del mod">
          <ac:chgData name="Xavier Oriols" userId="cd763e4a3d831f8d" providerId="LiveId" clId="{3767E45B-624A-474A-A245-4216101ED769}" dt="2026-04-13T10:10:10.866" v="346" actId="1076"/>
          <ac:picMkLst>
            <pc:docMk/>
            <pc:sldMk cId="3437953072" sldId="833"/>
            <ac:picMk id="32" creationId="{1D5CED76-11FA-2C4C-F9AB-3201919566A2}"/>
          </ac:picMkLst>
        </pc:picChg>
        <pc:picChg chg="del">
          <ac:chgData name="Xavier Oriols" userId="cd763e4a3d831f8d" providerId="LiveId" clId="{3767E45B-624A-474A-A245-4216101ED769}" dt="2026-04-13T10:09:19.966" v="332" actId="478"/>
          <ac:picMkLst>
            <pc:docMk/>
            <pc:sldMk cId="3437953072" sldId="833"/>
            <ac:picMk id="223243" creationId="{5230ED9D-65AA-5E7C-2CBB-9EE19E5EA34F}"/>
          </ac:picMkLst>
        </pc:picChg>
      </pc:sldChg>
      <pc:sldChg chg="add del">
        <pc:chgData name="Xavier Oriols" userId="cd763e4a3d831f8d" providerId="LiveId" clId="{3767E45B-624A-474A-A245-4216101ED769}" dt="2026-04-13T11:02:57.758" v="788"/>
        <pc:sldMkLst>
          <pc:docMk/>
          <pc:sldMk cId="2665841500" sldId="83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9A3E9-77D4-4435-A804-8288067489C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F1F1D0-DA2C-4A76-BA3A-2C26208A2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139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2779B5-89D8-4F31-A325-04F5A25CFB03}" type="slidenum">
              <a:rPr lang="en-US"/>
              <a:pPr/>
              <a:t>1</a:t>
            </a:fld>
            <a:endParaRPr lang="en-US"/>
          </a:p>
        </p:txBody>
      </p:sp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2312" cy="2549525"/>
          </a:xfrm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Quantum noise is just the noise in devices where transport is due to quantum effects</a:t>
            </a:r>
          </a:p>
          <a:p>
            <a:r>
              <a:rPr lang="es-ES"/>
              <a:t>Experimental set-up are not able to capture fast fluctuations and, in fact, what is measured is the power spectral density</a:t>
            </a:r>
          </a:p>
          <a:p>
            <a:r>
              <a:rPr lang="es-ES"/>
              <a:t>Let us study a simple system: electrons tunelling in a barrier. Some transmitted some reflected</a:t>
            </a:r>
          </a:p>
          <a:p>
            <a:endParaRPr lang="es-ES"/>
          </a:p>
          <a:p>
            <a:r>
              <a:rPr lang="es-ES"/>
              <a:t>The wave function is transmitted or reflected, the particles are only transmitted or reflected.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CE84F-F1F7-7A2D-E875-1773A384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3377171-41F5-0389-D0B5-2DFFFD4278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2779B5-89D8-4F31-A325-04F5A25CFB03}" type="slidenum">
              <a:rPr lang="en-US"/>
              <a:pPr/>
              <a:t>2</a:t>
            </a:fld>
            <a:endParaRPr lang="en-US"/>
          </a:p>
        </p:txBody>
      </p:sp>
      <p:sp>
        <p:nvSpPr>
          <p:cNvPr id="224258" name="Rectangle 2">
            <a:extLst>
              <a:ext uri="{FF2B5EF4-FFF2-40B4-BE49-F238E27FC236}">
                <a16:creationId xmlns:a16="http://schemas.microsoft.com/office/drawing/2014/main" id="{511E1E87-4F1E-0D6C-040B-0294C12D41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2312" cy="2549525"/>
          </a:xfrm>
          <a:ln/>
        </p:spPr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22EB3685-6009-B7F1-52AB-75279CB493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Quantum noise is just the noise in devices where transport is due to quantum effects</a:t>
            </a:r>
          </a:p>
          <a:p>
            <a:r>
              <a:rPr lang="es-ES"/>
              <a:t>Experimental set-up are not able to capture fast fluctuations and, in fact, what is measured is the power spectral density</a:t>
            </a:r>
          </a:p>
          <a:p>
            <a:r>
              <a:rPr lang="es-ES"/>
              <a:t>Let us study a simple system: electrons tunelling in a barrier. Some transmitted some reflected</a:t>
            </a:r>
          </a:p>
          <a:p>
            <a:endParaRPr lang="es-ES"/>
          </a:p>
          <a:p>
            <a:r>
              <a:rPr lang="es-ES"/>
              <a:t>The wave function is transmitted or reflected, the particles are only transmitted or reflected.</a:t>
            </a:r>
          </a:p>
        </p:txBody>
      </p:sp>
    </p:spTree>
    <p:extLst>
      <p:ext uri="{BB962C8B-B14F-4D97-AF65-F5344CB8AC3E}">
        <p14:creationId xmlns:p14="http://schemas.microsoft.com/office/powerpoint/2010/main" val="3910148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1F71-9D51-C580-F6CC-7AEAFB426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2BD3C1-2517-63A3-4E6E-77509751D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F04B5-419C-3B26-4379-5B31AAF1A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CF7C-4910-40F5-9563-207BE42AB71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3BE26-5288-A082-1FBA-D1582732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743C2-1115-27CA-8A9E-5BFDA3CA8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39E3-4587-417F-A8E3-1A7CD52EE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2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A51CA-4A47-E286-56A7-5F3DD34A0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88889-7CB9-9540-150D-E6F750B11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5DDED-8D68-915A-D776-F35BF064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CF7C-4910-40F5-9563-207BE42AB71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D451D-CD57-EA67-287F-82FBD404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20F9C-96CC-9236-7D9E-FF5802D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39E3-4587-417F-A8E3-1A7CD52EE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80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73AFE-7788-E03B-BC47-CC59B1A2F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29EB8-8EEF-397C-F6EB-D6D769A0B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AA88A-F72F-8088-03D5-16E44F71A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CF7C-4910-40F5-9563-207BE42AB71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97EB6-5B72-5AE1-49E6-D414F891D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BA241-7A89-8C1D-EE3C-7FACDF868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39E3-4587-417F-A8E3-1A7CD52EE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15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4FF23-4402-EBD9-0030-77ED9802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A2D3B-B8DD-92CB-EF21-19E2DEEC1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100A3-D1A5-3797-6104-D472B03B0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C35E8-32A4-6DA0-AB53-B79ED8EE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CF7C-4910-40F5-9563-207BE42AB71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3D763-A9B8-1C2C-4CDE-7993781B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A4FF6-B3EC-B757-E2B2-41C20CA91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39E3-4587-417F-A8E3-1A7CD52EE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1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7361B-71FD-6F25-628F-5CB8F3C55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72A21-AB51-286F-E66B-8E30BFE25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47EF5-6DAE-ABBF-F5C0-7EE87FFC0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89F592-2091-E016-E6F7-8E5FB48C4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9A308C-2FA9-D8C6-1C96-C88AE1E17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997E5-98D6-63C3-1797-D5D01E56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CF7C-4910-40F5-9563-207BE42AB71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1E18ED-25F2-95BE-37CC-B8D660BE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DF966A-CAB0-7C7C-D554-27B3AD96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39E3-4587-417F-A8E3-1A7CD52EE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94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28B23-DFD3-9387-A33E-2217EF5E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03BD49-55F1-B810-2B53-80EB5F97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CF7C-4910-40F5-9563-207BE42AB71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E529BC-17CA-208B-A360-A8954252D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D93127-7CBF-003B-B7D7-9C3DC5CFC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39E3-4587-417F-A8E3-1A7CD52EE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35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6FCB63-F848-F9AA-FB74-3BA2607CC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CF7C-4910-40F5-9563-207BE42AB71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28F5D-E017-CA9A-7A05-CB1CE64D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6AA7F-566E-EE58-AFA2-0243E743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39E3-4587-417F-A8E3-1A7CD52EE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86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FA062-EDC1-7E7D-2548-CE3D1876D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62266-C8EC-2362-3C87-DAF2521A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1ABB3-5E80-47F7-F6E1-E476089A0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01855-1E17-C66F-912D-250BBBBE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CF7C-4910-40F5-9563-207BE42AB71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AC0E7-F688-D769-D639-043CA8763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1A092-0D93-987F-B145-B549945C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39E3-4587-417F-A8E3-1A7CD52EE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56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609DA-A1C3-6392-C874-91D65EC86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A6BB35-44FE-555D-672F-AB9117D48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193AC-664A-F466-94E3-4E468BCF1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E7273-F6B6-4363-5872-7799782EA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CF7C-4910-40F5-9563-207BE42AB71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E2F99-C2BA-5FB4-E555-A86780AD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F5056-036E-7F68-4FEA-651C1393C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39E3-4587-417F-A8E3-1A7CD52EE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76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D6000-FC5A-A4A5-9D82-C5DA4BA00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3B2EBC-7207-7708-15C5-0BD09BA7D8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FF7A9-2C89-10AD-FE72-EE7C089E0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CF7C-4910-40F5-9563-207BE42AB71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6998B-151C-F784-0E76-D685A82E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02598-AD36-A4B5-0E68-A4AD4DF6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39E3-4587-417F-A8E3-1A7CD52EE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76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6F0BD4-2929-FB03-55C7-91B080428C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6282E-44B9-FF28-6504-D9BEE2DE4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423C3-5A75-8476-433A-5D52B1059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CF7C-4910-40F5-9563-207BE42AB71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187B8-85C5-6FE7-2D98-E169AAF44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B30AC-8509-8E43-F0B2-3E659DC0F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39E3-4587-417F-A8E3-1A7CD52EE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69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46722D-870B-2BA2-4623-165A2F1F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2EADA-DAFF-22A0-FECC-834538129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AF832-8B45-EC6D-1348-5831B0558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00CF7C-4910-40F5-9563-207BE42AB71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789D0-54D2-DA09-D8E5-0A61DFEB67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53164-09A4-E99C-F60F-7FFE878EF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339E3-4587-417F-A8E3-1A7CD52EE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3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hyperlink" Target="../../../../temporal/WAVEPARTICLE/Debug/WAVEPARTICLE.exe" TargetMode="External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wmf"/><Relationship Id="rId11" Type="http://schemas.openxmlformats.org/officeDocument/2006/relationships/image" Target="../media/image6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.gif"/><Relationship Id="rId4" Type="http://schemas.openxmlformats.org/officeDocument/2006/relationships/image" Target="../media/image1.png"/><Relationship Id="rId9" Type="http://schemas.openxmlformats.org/officeDocument/2006/relationships/image" Target="../media/image4.g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image" Target="../media/image7.gif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hyperlink" Target="../../../../temporal/WAVEPARTICLE/Debug/WAVEPARTICLE.exe" TargetMode="External"/><Relationship Id="rId4" Type="http://schemas.openxmlformats.org/officeDocument/2006/relationships/image" Target="../media/image8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4.xml"/><Relationship Id="rId6" Type="http://schemas.openxmlformats.org/officeDocument/2006/relationships/hyperlink" Target="../../../../temporal/WAVEPARTICLE/Debug/WAVEPARTICLE.exe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6" name="Text Box 4">
            <a:hlinkClick r:id="rId3" action="ppaction://hlinkfile"/>
          </p:cNvPr>
          <p:cNvSpPr txBox="1">
            <a:spLocks noChangeArrowheads="1"/>
          </p:cNvSpPr>
          <p:nvPr/>
        </p:nvSpPr>
        <p:spPr bwMode="auto">
          <a:xfrm>
            <a:off x="8425871" y="2214926"/>
            <a:ext cx="3271706" cy="707886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000" b="1" dirty="0"/>
              <a:t>Electrons are  transmitted or reflected, but not both !</a:t>
            </a:r>
          </a:p>
        </p:txBody>
      </p:sp>
      <p:pic>
        <p:nvPicPr>
          <p:cNvPr id="223243" name="Picture 11" descr="nois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5181" y="1131981"/>
            <a:ext cx="3932237" cy="1571625"/>
          </a:xfrm>
          <a:prstGeom prst="rect">
            <a:avLst/>
          </a:prstGeom>
          <a:noFill/>
        </p:spPr>
      </p:pic>
      <p:graphicFrame>
        <p:nvGraphicFramePr>
          <p:cNvPr id="2232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609744"/>
              </p:ext>
            </p:extLst>
          </p:nvPr>
        </p:nvGraphicFramePr>
        <p:xfrm>
          <a:off x="5632044" y="919175"/>
          <a:ext cx="3025775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" r:id="rId5" imgW="3311282" imgH="1120975" progId="Word.Picture.8">
                  <p:embed/>
                </p:oleObj>
              </mc:Choice>
              <mc:Fallback>
                <p:oleObj name="Imagen" r:id="rId5" imgW="3311282" imgH="1120975" progId="Word.Picture.8">
                  <p:embed/>
                  <p:pic>
                    <p:nvPicPr>
                      <p:cNvPr id="2232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2044" y="919175"/>
                        <a:ext cx="3025775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986092"/>
              </p:ext>
            </p:extLst>
          </p:nvPr>
        </p:nvGraphicFramePr>
        <p:xfrm>
          <a:off x="5682706" y="1899162"/>
          <a:ext cx="3025775" cy="147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7" imgW="3314700" imgH="1612900" progId="Word.Picture.8">
                  <p:embed/>
                </p:oleObj>
              </mc:Choice>
              <mc:Fallback>
                <p:oleObj name="Picture" r:id="rId7" imgW="3314700" imgH="1612900" progId="Word.Picture.8">
                  <p:embed/>
                  <p:pic>
                    <p:nvPicPr>
                      <p:cNvPr id="22324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2706" y="1899162"/>
                        <a:ext cx="3025775" cy="1477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6010860" y="962833"/>
            <a:ext cx="1536700" cy="876300"/>
            <a:chOff x="416" y="3592"/>
            <a:chExt cx="968" cy="552"/>
          </a:xfrm>
        </p:grpSpPr>
        <p:sp>
          <p:nvSpPr>
            <p:cNvPr id="223261" name="Line 29"/>
            <p:cNvSpPr>
              <a:spLocks noChangeShapeType="1"/>
            </p:cNvSpPr>
            <p:nvPr/>
          </p:nvSpPr>
          <p:spPr bwMode="auto">
            <a:xfrm flipV="1">
              <a:off x="416" y="3592"/>
              <a:ext cx="968" cy="55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223262" name="Line 30"/>
            <p:cNvSpPr>
              <a:spLocks noChangeShapeType="1"/>
            </p:cNvSpPr>
            <p:nvPr/>
          </p:nvSpPr>
          <p:spPr bwMode="auto">
            <a:xfrm flipH="1" flipV="1">
              <a:off x="416" y="3592"/>
              <a:ext cx="968" cy="55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ES"/>
            </a:p>
          </p:txBody>
        </p:sp>
      </p:grpSp>
      <p:pic>
        <p:nvPicPr>
          <p:cNvPr id="28" name="27 Imagen" descr="Transmitted wave function opt.gif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897360" y="3458217"/>
            <a:ext cx="3271706" cy="2453780"/>
          </a:xfrm>
          <a:prstGeom prst="rect">
            <a:avLst/>
          </a:prstGeom>
        </p:spPr>
      </p:pic>
      <p:pic>
        <p:nvPicPr>
          <p:cNvPr id="30" name="29 Imagen" descr="Reflected wave function opt.gif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49708" y="3458217"/>
            <a:ext cx="3140278" cy="2355208"/>
          </a:xfrm>
          <a:prstGeom prst="rect">
            <a:avLst/>
          </a:prstGeom>
        </p:spPr>
      </p:pic>
      <p:sp>
        <p:nvSpPr>
          <p:cNvPr id="15" name="20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679100" y="6398875"/>
            <a:ext cx="1905000" cy="457200"/>
          </a:xfrm>
        </p:spPr>
        <p:txBody>
          <a:bodyPr/>
          <a:lstStyle/>
          <a:p>
            <a:pPr>
              <a:defRPr/>
            </a:pPr>
            <a:fld id="{9D74E4C6-FABF-473B-BBD2-464EA0FAF48F}" type="slidenum">
              <a:rPr lang="en-US" smtClean="0">
                <a:solidFill>
                  <a:schemeClr val="accent1">
                    <a:lumMod val="75000"/>
                  </a:schemeClr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C136864C-7034-490A-893B-095ABDD10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201" y="289071"/>
            <a:ext cx="5543580" cy="400110"/>
          </a:xfrm>
          <a:prstGeom prst="rect">
            <a:avLst/>
          </a:prstGeom>
          <a:solidFill>
            <a:srgbClr val="FFCC00"/>
          </a:solidFill>
          <a:ln>
            <a:solidFill>
              <a:srgbClr val="FFCC66"/>
            </a:solidFill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The Orthodox explanation of the measurement</a:t>
            </a:r>
          </a:p>
        </p:txBody>
      </p:sp>
      <p:sp>
        <p:nvSpPr>
          <p:cNvPr id="3" name="Text Box 4">
            <a:hlinkClick r:id="rId3" action="ppaction://hlinkfile"/>
            <a:extLst>
              <a:ext uri="{FF2B5EF4-FFF2-40B4-BE49-F238E27FC236}">
                <a16:creationId xmlns:a16="http://schemas.microsoft.com/office/drawing/2014/main" id="{8DEDD0E4-6481-C441-634B-4F877B00E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6165" y="892397"/>
            <a:ext cx="3595224" cy="1015663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000" b="1" dirty="0"/>
              <a:t>The (orthodox) wave function is both transmitted and reflected simultaneously. 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C815B457-6111-CB18-9A1A-C3FAEB107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181" y="2967538"/>
            <a:ext cx="2524059" cy="36933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/>
              <a:t>Reflected electron:</a:t>
            </a:r>
            <a:endParaRPr lang="en-US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45CC083E-E704-E73F-0077-8C4D620EA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1183" y="2966280"/>
            <a:ext cx="2524059" cy="36933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/>
              <a:t>Transmitted electron:</a:t>
            </a:r>
            <a:endParaRPr lang="en-US" dirty="0"/>
          </a:p>
        </p:txBody>
      </p:sp>
      <p:pic>
        <p:nvPicPr>
          <p:cNvPr id="1026" name="Picture 2" descr="And Then A Miracle Occurs">
            <a:extLst>
              <a:ext uri="{FF2B5EF4-FFF2-40B4-BE49-F238E27FC236}">
                <a16:creationId xmlns:a16="http://schemas.microsoft.com/office/drawing/2014/main" id="{C94254E7-C79E-8C3E-8AA9-614FB6D48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593" y="3799616"/>
            <a:ext cx="4147058" cy="276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4">
            <a:hlinkClick r:id="rId3" action="ppaction://hlinkfile"/>
            <a:extLst>
              <a:ext uri="{FF2B5EF4-FFF2-40B4-BE49-F238E27FC236}">
                <a16:creationId xmlns:a16="http://schemas.microsoft.com/office/drawing/2014/main" id="{B2AE02BA-AA10-7709-E705-DE710D02A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35" y="6069681"/>
            <a:ext cx="7756729" cy="707886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000" b="1" dirty="0"/>
              <a:t>The (orthodox) wave function is both transmitted and reflected simultaneously. </a:t>
            </a:r>
          </a:p>
        </p:txBody>
      </p:sp>
      <p:sp>
        <p:nvSpPr>
          <p:cNvPr id="8" name="Text Box 4">
            <a:hlinkClick r:id="rId3" action="ppaction://hlinkfile"/>
            <a:extLst>
              <a:ext uri="{FF2B5EF4-FFF2-40B4-BE49-F238E27FC236}">
                <a16:creationId xmlns:a16="http://schemas.microsoft.com/office/drawing/2014/main" id="{0143AEB0-2244-BEB9-FD9D-116535777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8247" y="3821522"/>
            <a:ext cx="3271706" cy="707886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000" b="1" dirty="0"/>
              <a:t>Electrons are  transmitted or reflected, but not both 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A78E71-232A-58DF-0F17-4A20A61DD208}"/>
              </a:ext>
            </a:extLst>
          </p:cNvPr>
          <p:cNvSpPr txBox="1"/>
          <p:nvPr/>
        </p:nvSpPr>
        <p:spPr>
          <a:xfrm>
            <a:off x="7853164" y="227949"/>
            <a:ext cx="3844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 ONTIC 1D configuration space</a:t>
            </a:r>
          </a:p>
        </p:txBody>
      </p:sp>
    </p:spTree>
    <p:extLst>
      <p:ext uri="{BB962C8B-B14F-4D97-AF65-F5344CB8AC3E}">
        <p14:creationId xmlns:p14="http://schemas.microsoft.com/office/powerpoint/2010/main" val="3221794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08ED7-A0D1-B9DB-50B7-9606642A4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30 Imagen" descr="Transmitted Conditional wave function opt.gif">
            <a:extLst>
              <a:ext uri="{FF2B5EF4-FFF2-40B4-BE49-F238E27FC236}">
                <a16:creationId xmlns:a16="http://schemas.microsoft.com/office/drawing/2014/main" id="{E821A3D7-F62D-1D21-C24C-27725E4F7DD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59436" y="3598286"/>
            <a:ext cx="3246540" cy="2434906"/>
          </a:xfrm>
          <a:prstGeom prst="rect">
            <a:avLst/>
          </a:prstGeom>
        </p:spPr>
      </p:pic>
      <p:pic>
        <p:nvPicPr>
          <p:cNvPr id="32" name="31 Imagen" descr="Reflected Conditional wave function opt.gif">
            <a:extLst>
              <a:ext uri="{FF2B5EF4-FFF2-40B4-BE49-F238E27FC236}">
                <a16:creationId xmlns:a16="http://schemas.microsoft.com/office/drawing/2014/main" id="{1D5CED76-11FA-2C4C-F9AB-3201919566A2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2450" y="3600802"/>
            <a:ext cx="3109520" cy="2332140"/>
          </a:xfrm>
          <a:prstGeom prst="rect">
            <a:avLst/>
          </a:prstGeom>
        </p:spPr>
      </p:pic>
      <p:sp>
        <p:nvSpPr>
          <p:cNvPr id="3" name="Text Box 4">
            <a:hlinkClick r:id="rId5" action="ppaction://hlinkfile"/>
            <a:extLst>
              <a:ext uri="{FF2B5EF4-FFF2-40B4-BE49-F238E27FC236}">
                <a16:creationId xmlns:a16="http://schemas.microsoft.com/office/drawing/2014/main" id="{242A595D-0B6C-72E1-EDDD-AEA879B29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7924" y="2231593"/>
            <a:ext cx="3271706" cy="707886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000" b="1" dirty="0"/>
              <a:t>Electrons are  transmitted or reflected, but not both !</a:t>
            </a:r>
          </a:p>
        </p:txBody>
      </p:sp>
      <p:pic>
        <p:nvPicPr>
          <p:cNvPr id="4" name="Picture 11" descr="noise">
            <a:extLst>
              <a:ext uri="{FF2B5EF4-FFF2-40B4-BE49-F238E27FC236}">
                <a16:creationId xmlns:a16="http://schemas.microsoft.com/office/drawing/2014/main" id="{B4879C47-DA76-6924-3D62-9952BA7FC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95181" y="1131981"/>
            <a:ext cx="3932237" cy="1571625"/>
          </a:xfrm>
          <a:prstGeom prst="rect">
            <a:avLst/>
          </a:prstGeom>
          <a:noFill/>
        </p:spPr>
      </p:pic>
      <p:sp>
        <p:nvSpPr>
          <p:cNvPr id="9" name="Text Box 14">
            <a:extLst>
              <a:ext uri="{FF2B5EF4-FFF2-40B4-BE49-F238E27FC236}">
                <a16:creationId xmlns:a16="http://schemas.microsoft.com/office/drawing/2014/main" id="{ACA9D9C0-9180-C70B-9E11-9FE09A8D4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201" y="289071"/>
            <a:ext cx="5927038" cy="400110"/>
          </a:xfrm>
          <a:prstGeom prst="rect">
            <a:avLst/>
          </a:prstGeom>
          <a:solidFill>
            <a:srgbClr val="FFCC00"/>
          </a:solidFill>
          <a:ln>
            <a:solidFill>
              <a:srgbClr val="FFCC66"/>
            </a:solidFill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Bohmian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explanation of the measurement (1)</a:t>
            </a:r>
          </a:p>
        </p:txBody>
      </p:sp>
      <p:sp>
        <p:nvSpPr>
          <p:cNvPr id="10" name="Text Box 4">
            <a:hlinkClick r:id="rId5" action="ppaction://hlinkfile"/>
            <a:extLst>
              <a:ext uri="{FF2B5EF4-FFF2-40B4-BE49-F238E27FC236}">
                <a16:creationId xmlns:a16="http://schemas.microsoft.com/office/drawing/2014/main" id="{2712C8B8-97DD-D310-8537-701D6CB19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6165" y="892397"/>
            <a:ext cx="3595224" cy="1323439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000" b="1" dirty="0"/>
              <a:t>The (conditional) wave functions are either transmitted or reflected, but not both! </a:t>
            </a:r>
          </a:p>
        </p:txBody>
      </p:sp>
      <p:graphicFrame>
        <p:nvGraphicFramePr>
          <p:cNvPr id="11" name="Object 13">
            <a:extLst>
              <a:ext uri="{FF2B5EF4-FFF2-40B4-BE49-F238E27FC236}">
                <a16:creationId xmlns:a16="http://schemas.microsoft.com/office/drawing/2014/main" id="{B69DC05D-EE13-E026-0879-E67A8BDFB8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3414350"/>
              </p:ext>
            </p:extLst>
          </p:nvPr>
        </p:nvGraphicFramePr>
        <p:xfrm>
          <a:off x="5533212" y="1324778"/>
          <a:ext cx="3025775" cy="147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7" imgW="3314700" imgH="1612900" progId="Word.Picture.8">
                  <p:embed/>
                </p:oleObj>
              </mc:Choice>
              <mc:Fallback>
                <p:oleObj name="Picture" r:id="rId7" imgW="3314700" imgH="1612900" progId="Word.Picture.8">
                  <p:embed/>
                  <p:pic>
                    <p:nvPicPr>
                      <p:cNvPr id="11" name="Object 13">
                        <a:extLst>
                          <a:ext uri="{FF2B5EF4-FFF2-40B4-BE49-F238E27FC236}">
                            <a16:creationId xmlns:a16="http://schemas.microsoft.com/office/drawing/2014/main" id="{B69DC05D-EE13-E026-0879-E67A8BDFB8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3212" y="1324778"/>
                        <a:ext cx="3025775" cy="1477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5">
            <a:extLst>
              <a:ext uri="{FF2B5EF4-FFF2-40B4-BE49-F238E27FC236}">
                <a16:creationId xmlns:a16="http://schemas.microsoft.com/office/drawing/2014/main" id="{FA5095F8-1723-97DF-E68B-A328330C5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181" y="2967538"/>
            <a:ext cx="2524059" cy="36933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/>
              <a:t>Reflected electron:</a:t>
            </a:r>
            <a:endParaRPr lang="en-US" dirty="0"/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2ECCE794-522B-3901-8BF7-AA6CCA3D2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1183" y="2966280"/>
            <a:ext cx="2524059" cy="36933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/>
              <a:t>Transmitted electron:</a:t>
            </a:r>
            <a:endParaRPr lang="en-US" dirty="0"/>
          </a:p>
        </p:txBody>
      </p:sp>
      <p:sp>
        <p:nvSpPr>
          <p:cNvPr id="14" name="Text Box 4">
            <a:hlinkClick r:id="rId5" action="ppaction://hlinkfile"/>
            <a:extLst>
              <a:ext uri="{FF2B5EF4-FFF2-40B4-BE49-F238E27FC236}">
                <a16:creationId xmlns:a16="http://schemas.microsoft.com/office/drawing/2014/main" id="{BC349873-A733-6135-2301-801616642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34" y="6069681"/>
            <a:ext cx="10487666" cy="40011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000" b="1" dirty="0"/>
              <a:t>The (conditional) wave functions of the transmitted and reflected particles are different! </a:t>
            </a:r>
          </a:p>
        </p:txBody>
      </p:sp>
      <p:sp>
        <p:nvSpPr>
          <p:cNvPr id="17" name="Text Box 4">
            <a:hlinkClick r:id="rId5" action="ppaction://hlinkfile"/>
            <a:extLst>
              <a:ext uri="{FF2B5EF4-FFF2-40B4-BE49-F238E27FC236}">
                <a16:creationId xmlns:a16="http://schemas.microsoft.com/office/drawing/2014/main" id="{293E2B23-A0F8-9655-8A90-8E583206E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261" y="3683990"/>
            <a:ext cx="4277032" cy="1938992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000" b="1" dirty="0"/>
              <a:t>The explanation on why electrons are transmitted or reflected does not need any “miracle”, just the solution of the Schrodinger equation in 2D </a:t>
            </a:r>
            <a:r>
              <a:rPr lang="en-US" sz="2000" b="1" dirty="0" err="1"/>
              <a:t>sapce</a:t>
            </a:r>
            <a:r>
              <a:rPr lang="en-US" sz="2000" b="1" dirty="0"/>
              <a:t>, including the measuring apparatus!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2DB62F-27A9-3C9D-DAAA-4FE743C98A5F}"/>
              </a:ext>
            </a:extLst>
          </p:cNvPr>
          <p:cNvSpPr txBox="1"/>
          <p:nvPr/>
        </p:nvSpPr>
        <p:spPr>
          <a:xfrm>
            <a:off x="8005874" y="115958"/>
            <a:ext cx="4111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 ONTIC 2D configuration space represented in a 1D “effective” space</a:t>
            </a:r>
          </a:p>
        </p:txBody>
      </p:sp>
    </p:spTree>
    <p:extLst>
      <p:ext uri="{BB962C8B-B14F-4D97-AF65-F5344CB8AC3E}">
        <p14:creationId xmlns:p14="http://schemas.microsoft.com/office/powerpoint/2010/main" val="3437953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16 Imagen" descr="2D_system_50_bis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56082" y="1557106"/>
            <a:ext cx="6654383" cy="4990788"/>
          </a:xfrm>
          <a:prstGeom prst="rect">
            <a:avLst/>
          </a:prstGeom>
        </p:spPr>
      </p:pic>
      <p:pic>
        <p:nvPicPr>
          <p:cNvPr id="20" name="19 Imagen" descr="conditional_reflected_13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481" y="3620902"/>
            <a:ext cx="2902464" cy="2176848"/>
          </a:xfrm>
          <a:prstGeom prst="rect">
            <a:avLst/>
          </a:prstGeom>
        </p:spPr>
      </p:pic>
      <p:pic>
        <p:nvPicPr>
          <p:cNvPr id="21" name="20 Imagen" descr="conditional_transmitted_13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141829" y="2203347"/>
            <a:ext cx="3024445" cy="2268334"/>
          </a:xfrm>
          <a:prstGeom prst="rect">
            <a:avLst/>
          </a:prstGeom>
        </p:spPr>
      </p:pic>
      <p:sp>
        <p:nvSpPr>
          <p:cNvPr id="12" name="CuadroTexto 3">
            <a:extLst>
              <a:ext uri="{FF2B5EF4-FFF2-40B4-BE49-F238E27FC236}">
                <a16:creationId xmlns:a16="http://schemas.microsoft.com/office/drawing/2014/main" id="{E2A6D754-7F8F-4429-BBDE-482ED4D39ADF}"/>
              </a:ext>
            </a:extLst>
          </p:cNvPr>
          <p:cNvSpPr txBox="1"/>
          <p:nvPr/>
        </p:nvSpPr>
        <p:spPr>
          <a:xfrm>
            <a:off x="6849626" y="954467"/>
            <a:ext cx="10164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 err="1"/>
              <a:t>We</a:t>
            </a:r>
            <a:r>
              <a:rPr lang="es-ES" sz="2000" dirty="0"/>
              <a:t> </a:t>
            </a:r>
            <a:r>
              <a:rPr lang="es-ES" sz="2000" dirty="0" err="1"/>
              <a:t>add</a:t>
            </a:r>
            <a:r>
              <a:rPr lang="es-ES" sz="2000" dirty="0"/>
              <a:t> </a:t>
            </a:r>
            <a:r>
              <a:rPr lang="es-ES" sz="2000" dirty="0" err="1"/>
              <a:t>one</a:t>
            </a:r>
            <a:r>
              <a:rPr lang="es-ES" sz="2000" dirty="0"/>
              <a:t> </a:t>
            </a:r>
            <a:r>
              <a:rPr lang="es-ES" sz="2000" dirty="0" err="1"/>
              <a:t>additional</a:t>
            </a:r>
            <a:r>
              <a:rPr lang="es-ES" sz="2000" dirty="0"/>
              <a:t> </a:t>
            </a:r>
            <a:r>
              <a:rPr lang="es-ES" sz="2000" dirty="0" err="1"/>
              <a:t>degree</a:t>
            </a:r>
            <a:r>
              <a:rPr lang="es-ES" sz="2000" dirty="0"/>
              <a:t> of </a:t>
            </a:r>
            <a:r>
              <a:rPr lang="es-ES" sz="2000" dirty="0" err="1"/>
              <a:t>freedom</a:t>
            </a:r>
            <a:endParaRPr lang="es-ES" sz="2000" dirty="0"/>
          </a:p>
          <a:p>
            <a:r>
              <a:rPr lang="es-ES" sz="1600" dirty="0"/>
              <a:t> </a:t>
            </a:r>
            <a:r>
              <a:rPr lang="es-ES" sz="1600" dirty="0" err="1"/>
              <a:t>that</a:t>
            </a:r>
            <a:r>
              <a:rPr lang="es-ES" sz="1600" dirty="0"/>
              <a:t> </a:t>
            </a:r>
            <a:r>
              <a:rPr lang="es-ES" sz="1600" dirty="0" err="1"/>
              <a:t>we</a:t>
            </a:r>
            <a:r>
              <a:rPr lang="es-ES" sz="1600" dirty="0"/>
              <a:t> </a:t>
            </a:r>
            <a:r>
              <a:rPr lang="es-ES" sz="1600" dirty="0" err="1"/>
              <a:t>called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pointer (2D </a:t>
            </a:r>
            <a:r>
              <a:rPr lang="es-ES" sz="1600" dirty="0" err="1"/>
              <a:t>Schrodinger</a:t>
            </a:r>
            <a:r>
              <a:rPr lang="es-ES" sz="1600" dirty="0"/>
              <a:t> </a:t>
            </a:r>
            <a:r>
              <a:rPr lang="es-ES" sz="1600" dirty="0" err="1"/>
              <a:t>equation</a:t>
            </a:r>
            <a:r>
              <a:rPr lang="es-ES" sz="1600" dirty="0"/>
              <a:t>)</a:t>
            </a:r>
          </a:p>
        </p:txBody>
      </p:sp>
      <p:pic>
        <p:nvPicPr>
          <p:cNvPr id="14" name="Imagen 2">
            <a:extLst>
              <a:ext uri="{FF2B5EF4-FFF2-40B4-BE49-F238E27FC236}">
                <a16:creationId xmlns:a16="http://schemas.microsoft.com/office/drawing/2014/main" id="{3529516E-3E8A-46B7-A746-98A0076223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421" y="6099049"/>
            <a:ext cx="5849290" cy="646330"/>
          </a:xfrm>
          <a:prstGeom prst="rect">
            <a:avLst/>
          </a:prstGeom>
        </p:spPr>
      </p:pic>
      <p:sp>
        <p:nvSpPr>
          <p:cNvPr id="2" name="Text Box 14">
            <a:extLst>
              <a:ext uri="{FF2B5EF4-FFF2-40B4-BE49-F238E27FC236}">
                <a16:creationId xmlns:a16="http://schemas.microsoft.com/office/drawing/2014/main" id="{5FE869DD-2177-216C-F576-D17655E04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201" y="289071"/>
            <a:ext cx="5718291" cy="400110"/>
          </a:xfrm>
          <a:prstGeom prst="rect">
            <a:avLst/>
          </a:prstGeom>
          <a:solidFill>
            <a:srgbClr val="FFCC00"/>
          </a:solidFill>
          <a:ln>
            <a:solidFill>
              <a:srgbClr val="FFCC66"/>
            </a:solidFill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Bohmian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explanation of </a:t>
            </a:r>
            <a:r>
              <a:rPr lang="en-US" sz="2000">
                <a:solidFill>
                  <a:schemeClr val="tx2">
                    <a:lumMod val="75000"/>
                    <a:lumOff val="25000"/>
                  </a:schemeClr>
                </a:solidFill>
              </a:rPr>
              <a:t>the measurement (2)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 Box 4">
            <a:hlinkClick r:id="rId6" action="ppaction://hlinkfile"/>
            <a:extLst>
              <a:ext uri="{FF2B5EF4-FFF2-40B4-BE49-F238E27FC236}">
                <a16:creationId xmlns:a16="http://schemas.microsoft.com/office/drawing/2014/main" id="{9F73258D-6F55-1330-6184-3B58200DC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463" y="825236"/>
            <a:ext cx="6071996" cy="1323439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000" b="1" dirty="0"/>
              <a:t>The explanation on why electrons are transmitted or reflected does not need any “miracle”, just the solution of the Schrodinger equation, including the measuring apparatus!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38FFE2-06B8-9760-073E-2C509909E74C}"/>
              </a:ext>
            </a:extLst>
          </p:cNvPr>
          <p:cNvSpPr txBox="1"/>
          <p:nvPr/>
        </p:nvSpPr>
        <p:spPr>
          <a:xfrm>
            <a:off x="822699" y="2600977"/>
            <a:ext cx="33876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 (conditional) wave function of the reflected particle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0BF29B-B966-CC3F-DB55-412EC770189F}"/>
              </a:ext>
            </a:extLst>
          </p:cNvPr>
          <p:cNvSpPr txBox="1"/>
          <p:nvPr/>
        </p:nvSpPr>
        <p:spPr>
          <a:xfrm>
            <a:off x="9281454" y="4612565"/>
            <a:ext cx="33990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 (conditional) wave function of the transmitted particle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C4A92B-8203-B046-1033-68D8D2BDA7DC}"/>
              </a:ext>
            </a:extLst>
          </p:cNvPr>
          <p:cNvSpPr txBox="1"/>
          <p:nvPr/>
        </p:nvSpPr>
        <p:spPr>
          <a:xfrm>
            <a:off x="9425711" y="5953868"/>
            <a:ext cx="269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 1D “effective” space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4BE25A-6165-0C1D-FE26-9D5F6E4C3242}"/>
              </a:ext>
            </a:extLst>
          </p:cNvPr>
          <p:cNvSpPr txBox="1"/>
          <p:nvPr/>
        </p:nvSpPr>
        <p:spPr>
          <a:xfrm>
            <a:off x="4811784" y="1868615"/>
            <a:ext cx="37286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 ONTIC 2D configuration space 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E84DE0-8B9C-A4EB-3989-97E934993D36}"/>
              </a:ext>
            </a:extLst>
          </p:cNvPr>
          <p:cNvSpPr txBox="1"/>
          <p:nvPr/>
        </p:nvSpPr>
        <p:spPr>
          <a:xfrm>
            <a:off x="881463" y="6124101"/>
            <a:ext cx="269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 1D “effective” space</a:t>
            </a:r>
          </a:p>
        </p:txBody>
      </p:sp>
    </p:spTree>
    <p:extLst>
      <p:ext uri="{BB962C8B-B14F-4D97-AF65-F5344CB8AC3E}">
        <p14:creationId xmlns:p14="http://schemas.microsoft.com/office/powerpoint/2010/main" val="882542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1205</TotalTime>
  <Words>400</Words>
  <Application>Microsoft Office PowerPoint</Application>
  <PresentationFormat>Widescreen</PresentationFormat>
  <Paragraphs>38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Imagen</vt:lpstr>
      <vt:lpstr>Picture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Oriols Pladevall</dc:creator>
  <cp:lastModifiedBy>Xavier Oriols Pladevall</cp:lastModifiedBy>
  <cp:revision>1</cp:revision>
  <dcterms:created xsi:type="dcterms:W3CDTF">2026-04-12T14:24:54Z</dcterms:created>
  <dcterms:modified xsi:type="dcterms:W3CDTF">2026-04-13T11:12:29Z</dcterms:modified>
</cp:coreProperties>
</file>