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487" r:id="rId2"/>
    <p:sldId id="672" r:id="rId3"/>
    <p:sldId id="532" r:id="rId4"/>
    <p:sldId id="540" r:id="rId5"/>
    <p:sldId id="531" r:id="rId6"/>
    <p:sldId id="291" r:id="rId7"/>
    <p:sldId id="292" r:id="rId8"/>
    <p:sldId id="293" r:id="rId9"/>
    <p:sldId id="673" r:id="rId10"/>
    <p:sldId id="509" r:id="rId11"/>
    <p:sldId id="320" r:id="rId12"/>
    <p:sldId id="510" r:id="rId13"/>
    <p:sldId id="511" r:id="rId14"/>
    <p:sldId id="512" r:id="rId15"/>
    <p:sldId id="513" r:id="rId16"/>
    <p:sldId id="674" r:id="rId17"/>
    <p:sldId id="297" r:id="rId18"/>
    <p:sldId id="313" r:id="rId19"/>
    <p:sldId id="314" r:id="rId20"/>
    <p:sldId id="298" r:id="rId21"/>
    <p:sldId id="490" r:id="rId22"/>
    <p:sldId id="318" r:id="rId23"/>
    <p:sldId id="289" r:id="rId24"/>
    <p:sldId id="290" r:id="rId25"/>
    <p:sldId id="311" r:id="rId26"/>
    <p:sldId id="312" r:id="rId27"/>
    <p:sldId id="671" r:id="rId28"/>
    <p:sldId id="558" r:id="rId29"/>
    <p:sldId id="555" r:id="rId30"/>
    <p:sldId id="557" r:id="rId31"/>
    <p:sldId id="559" r:id="rId32"/>
    <p:sldId id="572" r:id="rId33"/>
    <p:sldId id="588" r:id="rId34"/>
    <p:sldId id="616" r:id="rId3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425"/>
    <a:srgbClr val="080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71BB6-A0E7-4087-86FB-519E4F8BCF6C}" v="11" dt="2025-09-30T21:51:34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4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Lazarovici" userId="068d45719d04bf56" providerId="LiveId" clId="{099BFBAE-48FA-4766-A856-19C92A9C966C}"/>
    <pc:docChg chg="custSel addSld modSld">
      <pc:chgData name="Dustin Lazarovici" userId="068d45719d04bf56" providerId="LiveId" clId="{099BFBAE-48FA-4766-A856-19C92A9C966C}" dt="2025-09-30T21:51:45.792" v="31" actId="208"/>
      <pc:docMkLst>
        <pc:docMk/>
      </pc:docMkLst>
      <pc:sldChg chg="modSp add mod">
        <pc:chgData name="Dustin Lazarovici" userId="068d45719d04bf56" providerId="LiveId" clId="{099BFBAE-48FA-4766-A856-19C92A9C966C}" dt="2025-09-30T21:49:13.710" v="8" actId="20577"/>
        <pc:sldMkLst>
          <pc:docMk/>
          <pc:sldMk cId="3629715566" sldId="289"/>
        </pc:sldMkLst>
        <pc:spChg chg="mod">
          <ac:chgData name="Dustin Lazarovici" userId="068d45719d04bf56" providerId="LiveId" clId="{099BFBAE-48FA-4766-A856-19C92A9C966C}" dt="2025-09-30T21:49:13.710" v="8" actId="20577"/>
          <ac:spMkLst>
            <pc:docMk/>
            <pc:sldMk cId="3629715566" sldId="289"/>
            <ac:spMk id="2" creationId="{00000000-0000-0000-0000-000000000000}"/>
          </ac:spMkLst>
        </pc:spChg>
      </pc:sldChg>
      <pc:sldChg chg="modSp add mod">
        <pc:chgData name="Dustin Lazarovici" userId="068d45719d04bf56" providerId="LiveId" clId="{099BFBAE-48FA-4766-A856-19C92A9C966C}" dt="2025-09-30T21:49:33.893" v="17" actId="20577"/>
        <pc:sldMkLst>
          <pc:docMk/>
          <pc:sldMk cId="2002637020" sldId="290"/>
        </pc:sldMkLst>
        <pc:spChg chg="mod">
          <ac:chgData name="Dustin Lazarovici" userId="068d45719d04bf56" providerId="LiveId" clId="{099BFBAE-48FA-4766-A856-19C92A9C966C}" dt="2025-09-30T21:49:31.590" v="15" actId="20577"/>
          <ac:spMkLst>
            <pc:docMk/>
            <pc:sldMk cId="2002637020" sldId="290"/>
            <ac:spMk id="4" creationId="{00000000-0000-0000-0000-000000000000}"/>
          </ac:spMkLst>
        </pc:spChg>
        <pc:spChg chg="mod">
          <ac:chgData name="Dustin Lazarovici" userId="068d45719d04bf56" providerId="LiveId" clId="{099BFBAE-48FA-4766-A856-19C92A9C966C}" dt="2025-09-30T21:49:33.893" v="17" actId="20577"/>
          <ac:spMkLst>
            <pc:docMk/>
            <pc:sldMk cId="2002637020" sldId="290"/>
            <ac:spMk id="15" creationId="{00000000-0000-0000-0000-000000000000}"/>
          </ac:spMkLst>
        </pc:spChg>
      </pc:sldChg>
      <pc:sldChg chg="addSp delSp modSp mod">
        <pc:chgData name="Dustin Lazarovici" userId="068d45719d04bf56" providerId="LiveId" clId="{099BFBAE-48FA-4766-A856-19C92A9C966C}" dt="2025-09-30T21:51:45.792" v="31" actId="208"/>
        <pc:sldMkLst>
          <pc:docMk/>
          <pc:sldMk cId="4023429215" sldId="312"/>
        </pc:sldMkLst>
        <pc:spChg chg="add mod ord">
          <ac:chgData name="Dustin Lazarovici" userId="068d45719d04bf56" providerId="LiveId" clId="{099BFBAE-48FA-4766-A856-19C92A9C966C}" dt="2025-09-30T21:51:20.931" v="28" actId="167"/>
          <ac:spMkLst>
            <pc:docMk/>
            <pc:sldMk cId="4023429215" sldId="312"/>
            <ac:spMk id="10" creationId="{F9F9BEB7-AA08-C9D2-FF4C-9CA022905F97}"/>
          </ac:spMkLst>
        </pc:spChg>
        <pc:spChg chg="add mod ord">
          <ac:chgData name="Dustin Lazarovici" userId="068d45719d04bf56" providerId="LiveId" clId="{099BFBAE-48FA-4766-A856-19C92A9C966C}" dt="2025-09-30T21:51:20.931" v="28" actId="167"/>
          <ac:spMkLst>
            <pc:docMk/>
            <pc:sldMk cId="4023429215" sldId="312"/>
            <ac:spMk id="11" creationId="{61BE6030-4D32-2DEA-ED71-923A8D4A1A62}"/>
          </ac:spMkLst>
        </pc:spChg>
        <pc:spChg chg="add mod ord">
          <ac:chgData name="Dustin Lazarovici" userId="068d45719d04bf56" providerId="LiveId" clId="{099BFBAE-48FA-4766-A856-19C92A9C966C}" dt="2025-09-30T21:51:20.931" v="28" actId="167"/>
          <ac:spMkLst>
            <pc:docMk/>
            <pc:sldMk cId="4023429215" sldId="312"/>
            <ac:spMk id="12" creationId="{2943DE39-8FCD-15D3-C983-E703FEAA3E04}"/>
          </ac:spMkLst>
        </pc:spChg>
        <pc:spChg chg="add mod">
          <ac:chgData name="Dustin Lazarovici" userId="068d45719d04bf56" providerId="LiveId" clId="{099BFBAE-48FA-4766-A856-19C92A9C966C}" dt="2025-09-30T21:51:34.082" v="29"/>
          <ac:spMkLst>
            <pc:docMk/>
            <pc:sldMk cId="4023429215" sldId="312"/>
            <ac:spMk id="13" creationId="{D0ECBE50-7EEE-C01F-82A0-2E47657D363D}"/>
          </ac:spMkLst>
        </pc:spChg>
        <pc:spChg chg="add mod">
          <ac:chgData name="Dustin Lazarovici" userId="068d45719d04bf56" providerId="LiveId" clId="{099BFBAE-48FA-4766-A856-19C92A9C966C}" dt="2025-09-30T21:51:34.082" v="29"/>
          <ac:spMkLst>
            <pc:docMk/>
            <pc:sldMk cId="4023429215" sldId="312"/>
            <ac:spMk id="14" creationId="{2157FDFF-1451-8994-6D92-298876886E78}"/>
          </ac:spMkLst>
        </pc:spChg>
        <pc:spChg chg="del mod">
          <ac:chgData name="Dustin Lazarovici" userId="068d45719d04bf56" providerId="LiveId" clId="{099BFBAE-48FA-4766-A856-19C92A9C966C}" dt="2025-09-30T21:50:54.924" v="25" actId="478"/>
          <ac:spMkLst>
            <pc:docMk/>
            <pc:sldMk cId="4023429215" sldId="312"/>
            <ac:spMk id="39" creationId="{00000000-0000-0000-0000-000000000000}"/>
          </ac:spMkLst>
        </pc:spChg>
        <pc:spChg chg="del">
          <ac:chgData name="Dustin Lazarovici" userId="068d45719d04bf56" providerId="LiveId" clId="{099BFBAE-48FA-4766-A856-19C92A9C966C}" dt="2025-09-30T21:50:53.234" v="24" actId="478"/>
          <ac:spMkLst>
            <pc:docMk/>
            <pc:sldMk cId="4023429215" sldId="312"/>
            <ac:spMk id="40" creationId="{00000000-0000-0000-0000-000000000000}"/>
          </ac:spMkLst>
        </pc:spChg>
        <pc:spChg chg="del">
          <ac:chgData name="Dustin Lazarovici" userId="068d45719d04bf56" providerId="LiveId" clId="{099BFBAE-48FA-4766-A856-19C92A9C966C}" dt="2025-09-30T21:50:56.851" v="26" actId="478"/>
          <ac:spMkLst>
            <pc:docMk/>
            <pc:sldMk cId="4023429215" sldId="312"/>
            <ac:spMk id="41" creationId="{00000000-0000-0000-0000-000000000000}"/>
          </ac:spMkLst>
        </pc:spChg>
        <pc:spChg chg="del mod">
          <ac:chgData name="Dustin Lazarovici" userId="068d45719d04bf56" providerId="LiveId" clId="{099BFBAE-48FA-4766-A856-19C92A9C966C}" dt="2025-09-30T21:50:42.998" v="22" actId="478"/>
          <ac:spMkLst>
            <pc:docMk/>
            <pc:sldMk cId="4023429215" sldId="312"/>
            <ac:spMk id="43" creationId="{00000000-0000-0000-0000-000000000000}"/>
          </ac:spMkLst>
        </pc:spChg>
        <pc:spChg chg="mod">
          <ac:chgData name="Dustin Lazarovici" userId="068d45719d04bf56" providerId="LiveId" clId="{099BFBAE-48FA-4766-A856-19C92A9C966C}" dt="2025-09-30T21:51:45.792" v="31" actId="208"/>
          <ac:spMkLst>
            <pc:docMk/>
            <pc:sldMk cId="4023429215" sldId="312"/>
            <ac:spMk id="44" creationId="{00000000-0000-0000-0000-000000000000}"/>
          </ac:spMkLst>
        </pc:spChg>
        <pc:spChg chg="del mod">
          <ac:chgData name="Dustin Lazarovici" userId="068d45719d04bf56" providerId="LiveId" clId="{099BFBAE-48FA-4766-A856-19C92A9C966C}" dt="2025-09-30T21:50:47.232" v="23" actId="478"/>
          <ac:spMkLst>
            <pc:docMk/>
            <pc:sldMk cId="4023429215" sldId="312"/>
            <ac:spMk id="47" creationId="{00000000-0000-0000-0000-000000000000}"/>
          </ac:spMkLst>
        </pc:spChg>
        <pc:spChg chg="mod">
          <ac:chgData name="Dustin Lazarovici" userId="068d45719d04bf56" providerId="LiveId" clId="{099BFBAE-48FA-4766-A856-19C92A9C966C}" dt="2025-09-30T21:51:41.024" v="30" actId="208"/>
          <ac:spMkLst>
            <pc:docMk/>
            <pc:sldMk cId="4023429215" sldId="312"/>
            <ac:spMk id="48" creationId="{00000000-0000-0000-0000-000000000000}"/>
          </ac:spMkLst>
        </pc:spChg>
        <pc:grpChg chg="del">
          <ac:chgData name="Dustin Lazarovici" userId="068d45719d04bf56" providerId="LiveId" clId="{099BFBAE-48FA-4766-A856-19C92A9C966C}" dt="2025-09-30T21:50:56.851" v="26" actId="478"/>
          <ac:grpSpMkLst>
            <pc:docMk/>
            <pc:sldMk cId="4023429215" sldId="312"/>
            <ac:grpSpMk id="38" creationId="{00000000-0000-0000-0000-000000000000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66261619787182E-2"/>
          <c:y val="0.15923050995590998"/>
          <c:w val="0.9361034804083268"/>
          <c:h val="0.788290490516409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</c:numCache>
            </c:numRef>
          </c:cat>
          <c:val>
            <c:numRef>
              <c:f>Tabelle1!$B$2:$B$10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0-377D-40E2-8C37-FE554B992098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</c:numCache>
            </c:numRef>
          </c:cat>
          <c:val>
            <c:numRef>
              <c:f>Tabelle1!$C$2:$C$10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D-40E2-8C37-FE554B992098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</c:numCache>
            </c:numRef>
          </c:cat>
          <c:val>
            <c:numRef>
              <c:f>Tabelle1!$D$2:$D$10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2-377D-40E2-8C37-FE554B992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079855"/>
        <c:axId val="926084847"/>
      </c:barChart>
      <c:catAx>
        <c:axId val="92607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926084847"/>
        <c:crosses val="autoZero"/>
        <c:auto val="1"/>
        <c:lblAlgn val="ctr"/>
        <c:lblOffset val="100"/>
        <c:noMultiLvlLbl val="0"/>
      </c:catAx>
      <c:valAx>
        <c:axId val="92608484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2607985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66261619787182E-2"/>
          <c:y val="0.15923050995590998"/>
          <c:w val="0.9361034804083268"/>
          <c:h val="0.788290490516409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</c:numCache>
            </c:numRef>
          </c:cat>
          <c:val>
            <c:numRef>
              <c:f>Tabelle1!$B$2:$B$10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0-377D-40E2-8C37-FE554B992098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</c:numCache>
            </c:numRef>
          </c:cat>
          <c:val>
            <c:numRef>
              <c:f>Tabelle1!$C$2:$C$10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D-40E2-8C37-FE554B992098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</c:numCache>
            </c:numRef>
          </c:cat>
          <c:val>
            <c:numRef>
              <c:f>Tabelle1!$D$2:$D$10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2-377D-40E2-8C37-FE554B992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079855"/>
        <c:axId val="926084847"/>
      </c:barChart>
      <c:catAx>
        <c:axId val="92607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926084847"/>
        <c:crosses val="autoZero"/>
        <c:auto val="1"/>
        <c:lblAlgn val="ctr"/>
        <c:lblOffset val="100"/>
        <c:noMultiLvlLbl val="0"/>
      </c:catAx>
      <c:valAx>
        <c:axId val="92608484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2607985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09:46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1,'774'0,"-769"0,0 0,0 1,0-1,0 1,-1 0,1 0,0 1,0-1,3 3,3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15.644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18.244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19.611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20.910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22.355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28.358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09:46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1,'774'0,"-769"0,0 0,0 1,0-1,0 1,-1 0,1 0,0 1,0-1,3 3,3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15.644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18.244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19.611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20.910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22.355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28.358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40.479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41.925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43.264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45.174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50.055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3:59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4:00.4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4:01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4:08.2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1923 1,'-663'0,"652"1,-1 0,0 1,1 0,0 1,-4 1,2 0,-1 0,0-1,-5 0,-39-1,-27-3,38 0,-1 1,-26 6,-18 1,-1-3,-33-6,18 1,81 1,0 1,1 2,-3 1,-12 1,0-3,-1-1,-20-2,-8-1,53 2,2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5:21.19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5:23.52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5:25.83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5:35.469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0,'457'0,"-442"0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5:41.15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5:42.92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7:03.01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7:44.57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0,'113'0,"-93"0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9-04T11:17:46.37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08830-A048-45B5-B6AF-5420854DB659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B30B8-7B82-486E-90CF-7ED42D5A4F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941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0064D-0B49-4DD3-8D89-159F6B689BE9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64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9619-E526-6C67-E640-92C72093A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76FBC-5BBE-5D4D-AEF7-C9C28A594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FF643-4CDA-1488-640F-19598919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61134-366B-5564-029D-C57A3976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A2C2E-9918-3A16-32B6-F29D9BF1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9305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E203-8A59-5D47-83F8-C5A493F1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3D0C-77F3-FD74-9B31-5CA3D450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74B3-00BE-CB24-A3F7-CA91A58F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9C6D0-CD9B-FD22-D711-E7456538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5F98-CE58-6AC9-29BE-37B0AA47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602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27D8-7C2F-2FF8-F45E-79537106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D510A-99B9-F0B2-5D9A-668ABC9D8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6B63-274C-99C8-76A0-6331833A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7AF16-D922-975B-6496-4170169A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263EF-CB2E-EB48-B0DF-759107EB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019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8706-63C5-FA5D-3D69-41A8DCD5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AAC1A-B092-4965-29F7-9D5C2D6C5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E7A86-D684-81B3-01A9-59992E255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BECE3-6B31-7B82-056D-4832B100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77737-1A7E-EA9F-2070-67DEF091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0C22F-2CA0-DDC5-C823-554CF389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873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B954-ABD1-90DE-F6A1-8C4A5446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0AE8D-404D-57F7-0966-5AE0653F4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AE0F3-201B-4376-B348-E6EDE8A2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918BE-25CA-C7FF-C81A-0C56BACE9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F9751-7EE0-76E3-9072-3A9FAD0E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E62D8-DA58-3762-54E5-B08E6135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54664-4871-6DED-28DD-BD499F66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7A8A6-FACF-1620-3A19-70AF046F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591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917B-8DB6-AB68-6C17-C47558F2D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19D7F-8AEE-DC9F-7CA0-FDD50C54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6E5E1-098D-EC9A-99DE-F7633427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4D63A-B069-29A7-E888-C382F163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37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111D7-0C9F-F23B-E70D-52A6BCA3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168E5-031A-B255-FA14-7CEFD750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8976-ACF7-CE53-C52E-06A4F304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780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0555-A8F7-37CB-7BF5-A522F0D6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7A33-EF4E-E370-1280-FE903BE1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2F4C1-611B-770D-AD9E-30A585C29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15C1E-8F75-B1E0-3098-115CFFF1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EEBDF-3780-48EB-1CEA-61DEFA84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AEBD3-E501-B32E-7722-A15A844C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221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C93A-AA82-3903-2755-B1A1E254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E8110-8650-49B9-4BE8-56A0495CD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30254-367C-E874-AED2-CCE8CAD0A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AFF78-706B-5440-A88B-83AFB01E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A2E19-68D4-B7CA-831C-D3F23A92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DDD2D-5971-19F6-BDB2-6D1B06B5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270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ABA7-A834-597A-29E3-3D472063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0BA9D-758B-DBD6-57DB-7503097D2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D0BBE-DF05-356C-BF9E-F54E37E5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B9392-CE2B-B463-6D13-9AD953DE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50E39-ECEB-ECBE-92E0-4C000215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9398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EE3E2-BF12-2585-1C82-5D415BEB9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7BA2B-10C2-B1D6-B802-C3D2EA9CA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9D1E2-7521-308F-5CEA-185E71D1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BD018-4067-D663-A29A-4D560491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1CC9A-646D-C60F-FB77-6DF723E6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428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9DF8E-8996-859C-4C58-48877538D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B5249-642F-7625-2C28-C89BBFFD1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DEB4D-88D3-7D78-188F-14BFF8461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8627F-A7F6-44D9-B24A-5D1A86307B12}" type="datetimeFigureOut">
              <a:rPr lang="LID4096" smtClean="0"/>
              <a:t>10/01/2025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12AD-CF1B-E03A-49F9-722934A30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D4427-F358-D7D2-FBB7-173C8FD4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859B1-0C1C-4EBB-B778-085DF581DEB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151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.png"/><Relationship Id="rId7" Type="http://schemas.openxmlformats.org/officeDocument/2006/relationships/image" Target="NUL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4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5.png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0" Type="http://schemas.openxmlformats.org/officeDocument/2006/relationships/customXml" Target="../ink/ink6.xml"/><Relationship Id="rId4" Type="http://schemas.openxmlformats.org/officeDocument/2006/relationships/image" Target="../media/image280.png"/><Relationship Id="rId9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customXml" Target="../ink/ink16.xml"/><Relationship Id="rId18" Type="http://schemas.openxmlformats.org/officeDocument/2006/relationships/image" Target="../media/image301.png"/><Relationship Id="rId21" Type="http://schemas.openxmlformats.org/officeDocument/2006/relationships/customXml" Target="../ink/ink23.xml"/><Relationship Id="rId7" Type="http://schemas.openxmlformats.org/officeDocument/2006/relationships/customXml" Target="../ink/ink10.xml"/><Relationship Id="rId12" Type="http://schemas.openxmlformats.org/officeDocument/2006/relationships/customXml" Target="../ink/ink15.xml"/><Relationship Id="rId17" Type="http://schemas.openxmlformats.org/officeDocument/2006/relationships/customXml" Target="../ink/ink20.xml"/><Relationship Id="rId2" Type="http://schemas.openxmlformats.org/officeDocument/2006/relationships/customXml" Target="../ink/ink8.xml"/><Relationship Id="rId16" Type="http://schemas.openxmlformats.org/officeDocument/2006/relationships/customXml" Target="../ink/ink19.xml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customXml" Target="../ink/ink14.xml"/><Relationship Id="rId24" Type="http://schemas.openxmlformats.org/officeDocument/2006/relationships/image" Target="../media/image140.png"/><Relationship Id="rId5" Type="http://schemas.openxmlformats.org/officeDocument/2006/relationships/customXml" Target="../ink/ink9.xml"/><Relationship Id="rId15" Type="http://schemas.openxmlformats.org/officeDocument/2006/relationships/customXml" Target="../ink/ink18.xml"/><Relationship Id="rId23" Type="http://schemas.openxmlformats.org/officeDocument/2006/relationships/image" Target="../media/image130.png"/><Relationship Id="rId10" Type="http://schemas.openxmlformats.org/officeDocument/2006/relationships/customXml" Target="../ink/ink13.xml"/><Relationship Id="rId19" Type="http://schemas.openxmlformats.org/officeDocument/2006/relationships/customXml" Target="../ink/ink21.xml"/><Relationship Id="rId4" Type="http://schemas.openxmlformats.org/officeDocument/2006/relationships/image" Target="../media/image280.png"/><Relationship Id="rId9" Type="http://schemas.openxmlformats.org/officeDocument/2006/relationships/customXml" Target="../ink/ink12.xml"/><Relationship Id="rId14" Type="http://schemas.openxmlformats.org/officeDocument/2006/relationships/customXml" Target="../ink/ink17.xml"/><Relationship Id="rId22" Type="http://schemas.openxmlformats.org/officeDocument/2006/relationships/image" Target="../media/image3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13" Type="http://schemas.openxmlformats.org/officeDocument/2006/relationships/customXml" Target="../ink/ink31.xml"/><Relationship Id="rId7" Type="http://schemas.openxmlformats.org/officeDocument/2006/relationships/customXml" Target="../ink/ink27.xml"/><Relationship Id="rId12" Type="http://schemas.openxmlformats.org/officeDocument/2006/relationships/image" Target="../media/image150.png"/><Relationship Id="rId17" Type="http://schemas.openxmlformats.org/officeDocument/2006/relationships/image" Target="../media/image140.png"/><Relationship Id="rId2" Type="http://schemas.openxmlformats.org/officeDocument/2006/relationships/customXml" Target="../ink/ink24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.xml"/><Relationship Id="rId11" Type="http://schemas.openxmlformats.org/officeDocument/2006/relationships/customXml" Target="../ink/ink30.xml"/><Relationship Id="rId5" Type="http://schemas.openxmlformats.org/officeDocument/2006/relationships/customXml" Target="../ink/ink25.xml"/><Relationship Id="rId15" Type="http://schemas.openxmlformats.org/officeDocument/2006/relationships/customXml" Target="../ink/ink32.xml"/><Relationship Id="rId10" Type="http://schemas.openxmlformats.org/officeDocument/2006/relationships/customXml" Target="../ink/ink29.xml"/><Relationship Id="rId4" Type="http://schemas.openxmlformats.org/officeDocument/2006/relationships/image" Target="../media/image320.png"/><Relationship Id="rId9" Type="http://schemas.openxmlformats.org/officeDocument/2006/relationships/customXml" Target="../ink/ink28.xml"/><Relationship Id="rId1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7" Type="http://schemas.openxmlformats.org/officeDocument/2006/relationships/image" Target="../media/image340.png"/><Relationship Id="rId2" Type="http://schemas.openxmlformats.org/officeDocument/2006/relationships/image" Target="../media/image3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1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7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69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6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7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71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1800.png"/><Relationship Id="rId4" Type="http://schemas.openxmlformats.org/officeDocument/2006/relationships/image" Target="../media/image2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0.png"/><Relationship Id="rId7" Type="http://schemas.openxmlformats.org/officeDocument/2006/relationships/image" Target="../media/image34.png"/><Relationship Id="rId2" Type="http://schemas.openxmlformats.org/officeDocument/2006/relationships/image" Target="../media/image2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Wirbellose, Rippenquallen enthält.&#10;&#10;Automatisch generierte Beschreibung">
            <a:extLst>
              <a:ext uri="{FF2B5EF4-FFF2-40B4-BE49-F238E27FC236}">
                <a16:creationId xmlns:a16="http://schemas.microsoft.com/office/drawing/2014/main" id="{90CD3870-B6E4-EE68-B8EE-4FD8F1DFD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845" y="3668610"/>
            <a:ext cx="13880636" cy="3667760"/>
          </a:xfrm>
          <a:prstGeom prst="rect">
            <a:avLst/>
          </a:prstGeom>
          <a:effectLst>
            <a:softEdge rad="7493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02EE66E-C216-4E0D-B69F-09982AF70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13" y="2153686"/>
            <a:ext cx="11639774" cy="1035704"/>
          </a:xfrm>
          <a:ln w="12700">
            <a:noFill/>
          </a:ln>
        </p:spPr>
        <p:txBody>
          <a:bodyPr>
            <a:normAutofit/>
          </a:bodyPr>
          <a:lstStyle/>
          <a:p>
            <a:r>
              <a:rPr lang="de-DE" sz="4800" dirty="0">
                <a:ln w="12700">
                  <a:noFill/>
                </a:ln>
                <a:solidFill>
                  <a:schemeClr val="bg1"/>
                </a:solidFill>
                <a:latin typeface="+mn-lt"/>
              </a:rPr>
              <a:t>QM Foundations Animations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1D21AEA-2E3E-4D79-B457-FA7AAA609F05}"/>
              </a:ext>
            </a:extLst>
          </p:cNvPr>
          <p:cNvSpPr txBox="1"/>
          <p:nvPr/>
        </p:nvSpPr>
        <p:spPr>
          <a:xfrm>
            <a:off x="624880" y="5651882"/>
            <a:ext cx="3750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n w="3175">
                  <a:noFill/>
                </a:ln>
                <a:solidFill>
                  <a:schemeClr val="bg1"/>
                </a:solidFill>
                <a:effectLst>
                  <a:outerShdw blurRad="12700" sx="102000" sy="102000" algn="ctr" rotWithShape="0">
                    <a:prstClr val="black"/>
                  </a:outerShdw>
                </a:effectLst>
              </a:rPr>
              <a:t>Dr. Dustin Lazarovici</a:t>
            </a:r>
          </a:p>
          <a:p>
            <a:r>
              <a:rPr lang="de-DE" sz="2400" dirty="0" err="1">
                <a:ln w="3175">
                  <a:noFill/>
                </a:ln>
                <a:solidFill>
                  <a:schemeClr val="bg1"/>
                </a:solidFill>
                <a:effectLst>
                  <a:outerShdw blurRad="12700" sx="102000" sy="102000" algn="ctr" rotWithShape="0">
                    <a:prstClr val="black"/>
                  </a:outerShdw>
                </a:effectLst>
              </a:rPr>
              <a:t>Humanities</a:t>
            </a:r>
            <a:r>
              <a:rPr lang="de-DE" sz="2400" dirty="0">
                <a:ln w="3175">
                  <a:noFill/>
                </a:ln>
                <a:solidFill>
                  <a:schemeClr val="bg1"/>
                </a:solidFill>
                <a:effectLst>
                  <a:outerShdw blurRad="12700" sx="102000" sy="102000" algn="ctr" rotWithShape="0">
                    <a:prstClr val="black"/>
                  </a:outerShdw>
                </a:effectLst>
              </a:rPr>
              <a:t> &amp; Arts</a:t>
            </a:r>
          </a:p>
        </p:txBody>
      </p:sp>
      <p:pic>
        <p:nvPicPr>
          <p:cNvPr id="7" name="Grafik 6" descr="Ein Bild, das Text, Schild enthält.&#10;&#10;Automatisch generierte Beschreibung">
            <a:extLst>
              <a:ext uri="{FF2B5EF4-FFF2-40B4-BE49-F238E27FC236}">
                <a16:creationId xmlns:a16="http://schemas.microsoft.com/office/drawing/2014/main" id="{06D24B38-D3BD-4C71-AF47-370823B7F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583" y="5651882"/>
            <a:ext cx="1799900" cy="809955"/>
          </a:xfrm>
          <a:prstGeom prst="rect">
            <a:avLst/>
          </a:prstGeom>
          <a:ln>
            <a:noFill/>
          </a:ln>
          <a:effectLst>
            <a:glow rad="12700">
              <a:schemeClr val="tx1"/>
            </a:glow>
          </a:effectLst>
        </p:spPr>
      </p:pic>
    </p:spTree>
    <p:extLst>
      <p:ext uri="{BB962C8B-B14F-4D97-AF65-F5344CB8AC3E}">
        <p14:creationId xmlns:p14="http://schemas.microsoft.com/office/powerpoint/2010/main" val="343056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2A11D-B503-4D52-0CFC-9AA4C02C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Wirbellose, Rippenquallen enthält.&#10;&#10;Automatisch generierte Beschreibung">
            <a:extLst>
              <a:ext uri="{FF2B5EF4-FFF2-40B4-BE49-F238E27FC236}">
                <a16:creationId xmlns:a16="http://schemas.microsoft.com/office/drawing/2014/main" id="{F921AEA7-0F50-68E6-8172-06C822E58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845" y="3668610"/>
            <a:ext cx="13880636" cy="3667760"/>
          </a:xfrm>
          <a:prstGeom prst="rect">
            <a:avLst/>
          </a:prstGeom>
          <a:effectLst>
            <a:softEdge rad="749300"/>
          </a:effectLst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B7044509-61BF-28C6-7CC4-75D60E474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6417"/>
            <a:ext cx="9144000" cy="646049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chemeClr val="bg1"/>
                </a:solidFill>
                <a:latin typeface="+mj-lt"/>
              </a:rPr>
              <a:t>Stern-Gerlach Experiment (Spin Measurements)</a:t>
            </a:r>
          </a:p>
        </p:txBody>
      </p:sp>
    </p:spTree>
    <p:extLst>
      <p:ext uri="{BB962C8B-B14F-4D97-AF65-F5344CB8AC3E}">
        <p14:creationId xmlns:p14="http://schemas.microsoft.com/office/powerpoint/2010/main" val="11426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eriment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06"/>
          <a:stretch/>
        </p:blipFill>
        <p:spPr>
          <a:xfrm rot="5400000">
            <a:off x="4237492" y="2744117"/>
            <a:ext cx="4597400" cy="2027247"/>
          </a:xfrm>
          <a:prstGeom prst="rect">
            <a:avLst/>
          </a:prstGeom>
        </p:spPr>
      </p:pic>
      <p:pic>
        <p:nvPicPr>
          <p:cNvPr id="16" name="Picture 15" descr="Magnetfel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77792" y="2728197"/>
            <a:ext cx="3708400" cy="2133600"/>
          </a:xfrm>
          <a:prstGeom prst="rect">
            <a:avLst/>
          </a:prstGeom>
        </p:spPr>
      </p:pic>
      <p:pic>
        <p:nvPicPr>
          <p:cNvPr id="6" name="Picture 5" descr="WaveGru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992446" y="3148141"/>
            <a:ext cx="1219200" cy="1219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E6D6DA-21EF-D89D-4785-F4B1DC60D9AC}"/>
                  </a:ext>
                </a:extLst>
              </p:cNvPr>
              <p:cNvSpPr txBox="1"/>
              <p:nvPr/>
            </p:nvSpPr>
            <p:spPr>
              <a:xfrm>
                <a:off x="607121" y="2865957"/>
                <a:ext cx="1917833" cy="8917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Initial wave function </a:t>
                </a:r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DE" sz="16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E6D6DA-21EF-D89D-4785-F4B1DC60D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21" y="2865957"/>
                <a:ext cx="1917833" cy="891783"/>
              </a:xfrm>
              <a:prstGeom prst="rect">
                <a:avLst/>
              </a:prstGeom>
              <a:blipFill>
                <a:blip r:embed="rId5"/>
                <a:stretch>
                  <a:fillRect l="-1592" t="-2055" r="-127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E7FCDE2-C076-FE1D-D956-210EF5980332}"/>
              </a:ext>
            </a:extLst>
          </p:cNvPr>
          <p:cNvSpPr txBox="1"/>
          <p:nvPr/>
        </p:nvSpPr>
        <p:spPr>
          <a:xfrm>
            <a:off x="4511581" y="357142"/>
            <a:ext cx="28319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 an inhomogeneous magnetic field, the wave function splits along the spin components</a:t>
            </a:r>
          </a:p>
        </p:txBody>
      </p:sp>
      <p:pic>
        <p:nvPicPr>
          <p:cNvPr id="11" name="Picture 10" descr="WaveGru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998849" y="3148141"/>
            <a:ext cx="1219200" cy="12192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87F35B-ECB0-C862-A16C-D9409F98B02F}"/>
              </a:ext>
            </a:extLst>
          </p:cNvPr>
          <p:cNvCxnSpPr>
            <a:cxnSpLocks/>
          </p:cNvCxnSpPr>
          <p:nvPr/>
        </p:nvCxnSpPr>
        <p:spPr>
          <a:xfrm>
            <a:off x="6031992" y="3098154"/>
            <a:ext cx="0" cy="804253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2831DA-5804-9E89-4737-6BB2375A56C6}"/>
                  </a:ext>
                </a:extLst>
              </p:cNvPr>
              <p:cNvSpPr txBox="1"/>
              <p:nvPr/>
            </p:nvSpPr>
            <p:spPr>
              <a:xfrm rot="5400000">
                <a:off x="6099617" y="3393977"/>
                <a:ext cx="2879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2831DA-5804-9E89-4737-6BB2375A5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099617" y="3393977"/>
                <a:ext cx="287964" cy="276999"/>
              </a:xfrm>
              <a:prstGeom prst="rect">
                <a:avLst/>
              </a:prstGeom>
              <a:blipFill>
                <a:blip r:embed="rId6"/>
                <a:stretch>
                  <a:fillRect l="-10870" t="-21277" b="-212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C730BC1D-F7CE-FF66-7E4F-0A1037CBD0C7}"/>
              </a:ext>
            </a:extLst>
          </p:cNvPr>
          <p:cNvSpPr/>
          <p:nvPr/>
        </p:nvSpPr>
        <p:spPr>
          <a:xfrm>
            <a:off x="10864515" y="1194754"/>
            <a:ext cx="102269" cy="496340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50180-2C14-4C12-0640-1A04DAF4D3F5}"/>
                  </a:ext>
                </a:extLst>
              </p:cNvPr>
              <p:cNvSpPr txBox="1"/>
              <p:nvPr/>
            </p:nvSpPr>
            <p:spPr>
              <a:xfrm>
                <a:off x="8210511" y="1543482"/>
                <a:ext cx="1283108" cy="474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↑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50180-2C14-4C12-0640-1A04DAF4D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11" y="1543482"/>
                <a:ext cx="1283108" cy="4742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450378-3AD7-0309-EA1A-94447900689E}"/>
                  </a:ext>
                </a:extLst>
              </p:cNvPr>
              <p:cNvSpPr txBox="1"/>
              <p:nvPr/>
            </p:nvSpPr>
            <p:spPr>
              <a:xfrm>
                <a:off x="8179071" y="4848569"/>
                <a:ext cx="132318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↓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450378-3AD7-0309-EA1A-944479006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071" y="4848569"/>
                <a:ext cx="1323183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87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-0.0051 L 0.18959 -0.0051 L 0.24675 -0.01922 L 0.29519 -0.04306 L 0.5138 -0.20255 " pathEditMode="relative" rAng="0" ptsTypes="AAAAA">
                                      <p:cBhvr>
                                        <p:cTn id="6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81" y="-98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33333E-6 L 0.18868 0.00879 L 0.25248 0.02245 L 0.30521 0.04629 L 0.51368 0.14838 " pathEditMode="relative" rAng="0" ptsTypes="AAAAA">
                                      <p:cBhvr>
                                        <p:cTn id="8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77" y="740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eriment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06"/>
          <a:stretch/>
        </p:blipFill>
        <p:spPr>
          <a:xfrm rot="5400000">
            <a:off x="4237492" y="2744117"/>
            <a:ext cx="4597400" cy="2027247"/>
          </a:xfrm>
          <a:prstGeom prst="rect">
            <a:avLst/>
          </a:prstGeom>
        </p:spPr>
      </p:pic>
      <p:pic>
        <p:nvPicPr>
          <p:cNvPr id="16" name="Picture 15" descr="Magnetfel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77792" y="2728197"/>
            <a:ext cx="3708400" cy="2133600"/>
          </a:xfrm>
          <a:prstGeom prst="rect">
            <a:avLst/>
          </a:prstGeom>
        </p:spPr>
      </p:pic>
      <p:pic>
        <p:nvPicPr>
          <p:cNvPr id="6" name="Picture 5" descr="WaveGru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94291" y="4882535"/>
            <a:ext cx="1219200" cy="1219200"/>
          </a:xfrm>
          <a:prstGeom prst="rect">
            <a:avLst/>
          </a:prstGeom>
          <a:noFill/>
        </p:spPr>
      </p:pic>
      <p:pic>
        <p:nvPicPr>
          <p:cNvPr id="11" name="Picture 10" descr="WaveGru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9194291" y="1604374"/>
            <a:ext cx="1219200" cy="12192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87F35B-ECB0-C862-A16C-D9409F98B02F}"/>
              </a:ext>
            </a:extLst>
          </p:cNvPr>
          <p:cNvCxnSpPr>
            <a:cxnSpLocks/>
          </p:cNvCxnSpPr>
          <p:nvPr/>
        </p:nvCxnSpPr>
        <p:spPr>
          <a:xfrm>
            <a:off x="6031992" y="3098154"/>
            <a:ext cx="0" cy="804253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2831DA-5804-9E89-4737-6BB2375A56C6}"/>
                  </a:ext>
                </a:extLst>
              </p:cNvPr>
              <p:cNvSpPr txBox="1"/>
              <p:nvPr/>
            </p:nvSpPr>
            <p:spPr>
              <a:xfrm rot="5400000">
                <a:off x="6099617" y="3393977"/>
                <a:ext cx="2879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2831DA-5804-9E89-4737-6BB2375A5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099617" y="3393977"/>
                <a:ext cx="287964" cy="276999"/>
              </a:xfrm>
              <a:prstGeom prst="rect">
                <a:avLst/>
              </a:prstGeom>
              <a:blipFill>
                <a:blip r:embed="rId5"/>
                <a:stretch>
                  <a:fillRect l="-10870" t="-21277" b="-212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C730BC1D-F7CE-FF66-7E4F-0A1037CBD0C7}"/>
              </a:ext>
            </a:extLst>
          </p:cNvPr>
          <p:cNvSpPr/>
          <p:nvPr/>
        </p:nvSpPr>
        <p:spPr>
          <a:xfrm>
            <a:off x="10864515" y="1194754"/>
            <a:ext cx="102269" cy="496340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50180-2C14-4C12-0640-1A04DAF4D3F5}"/>
                  </a:ext>
                </a:extLst>
              </p:cNvPr>
              <p:cNvSpPr txBox="1"/>
              <p:nvPr/>
            </p:nvSpPr>
            <p:spPr>
              <a:xfrm>
                <a:off x="8210511" y="1543482"/>
                <a:ext cx="1092094" cy="474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↑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50180-2C14-4C12-0640-1A04DAF4D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11" y="1543482"/>
                <a:ext cx="1092094" cy="4742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450378-3AD7-0309-EA1A-94447900689E}"/>
                  </a:ext>
                </a:extLst>
              </p:cNvPr>
              <p:cNvSpPr txBox="1"/>
              <p:nvPr/>
            </p:nvSpPr>
            <p:spPr>
              <a:xfrm>
                <a:off x="8179071" y="4848569"/>
                <a:ext cx="113960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↓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450378-3AD7-0309-EA1A-944479006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071" y="4848569"/>
                <a:ext cx="1139606" cy="6223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F84A213-3747-CAB0-FB93-35DAF92CE234}"/>
              </a:ext>
            </a:extLst>
          </p:cNvPr>
          <p:cNvSpPr txBox="1"/>
          <p:nvPr/>
        </p:nvSpPr>
        <p:spPr>
          <a:xfrm>
            <a:off x="475247" y="625642"/>
            <a:ext cx="3471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What is the probability of finding the particle above/below the symmetry axis? </a:t>
            </a:r>
            <a:endParaRPr lang="LID4096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DABF2F-FE58-D93C-B925-9F3C2D867EBD}"/>
                  </a:ext>
                </a:extLst>
              </p:cNvPr>
              <p:cNvSpPr txBox="1"/>
              <p:nvPr/>
            </p:nvSpPr>
            <p:spPr>
              <a:xfrm>
                <a:off x="556460" y="1543482"/>
                <a:ext cx="1251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DABF2F-FE58-D93C-B925-9F3C2D867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60" y="1543482"/>
                <a:ext cx="1251304" cy="276999"/>
              </a:xfrm>
              <a:prstGeom prst="rect">
                <a:avLst/>
              </a:prstGeom>
              <a:blipFill>
                <a:blip r:embed="rId8"/>
                <a:stretch>
                  <a:fillRect l="-3883" b="-869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2886B3-28C3-9B9A-57ED-5EF01AC0FCF7}"/>
                  </a:ext>
                </a:extLst>
              </p:cNvPr>
              <p:cNvSpPr txBox="1"/>
              <p:nvPr/>
            </p:nvSpPr>
            <p:spPr>
              <a:xfrm>
                <a:off x="556460" y="2162517"/>
                <a:ext cx="3913700" cy="568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&gt;0 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↑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↓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nary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2886B3-28C3-9B9A-57ED-5EF01AC0F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60" y="2162517"/>
                <a:ext cx="3913700" cy="568874"/>
              </a:xfrm>
              <a:prstGeom prst="rect">
                <a:avLst/>
              </a:prstGeom>
              <a:blipFill>
                <a:blip r:embed="rId9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8318E-9843-A148-4174-EC9243EEA53F}"/>
                  </a:ext>
                </a:extLst>
              </p:cNvPr>
              <p:cNvSpPr txBox="1"/>
              <p:nvPr/>
            </p:nvSpPr>
            <p:spPr>
              <a:xfrm>
                <a:off x="519790" y="2963602"/>
                <a:ext cx="6851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8318E-9843-A148-4174-EC9243EEA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90" y="2963602"/>
                <a:ext cx="685188" cy="276999"/>
              </a:xfrm>
              <a:prstGeom prst="rect">
                <a:avLst/>
              </a:prstGeom>
              <a:blipFill>
                <a:blip r:embed="rId10"/>
                <a:stretch>
                  <a:fillRect l="-3540" t="-4348" r="-354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B7C1B3D-88F9-6B52-7811-B4577DCAD29F}"/>
              </a:ext>
            </a:extLst>
          </p:cNvPr>
          <p:cNvGrpSpPr/>
          <p:nvPr/>
        </p:nvGrpSpPr>
        <p:grpSpPr>
          <a:xfrm>
            <a:off x="385567" y="3874512"/>
            <a:ext cx="3950370" cy="1697119"/>
            <a:chOff x="438577" y="3617400"/>
            <a:chExt cx="3950370" cy="16971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E0B7AC9-79FB-9CFC-F19E-9418293E77F0}"/>
                    </a:ext>
                  </a:extLst>
                </p:cNvPr>
                <p:cNvSpPr txBox="1"/>
                <p:nvPr/>
              </p:nvSpPr>
              <p:spPr>
                <a:xfrm>
                  <a:off x="475247" y="3617400"/>
                  <a:ext cx="12513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d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E0B7AC9-79FB-9CFC-F19E-9418293E7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47" y="3617400"/>
                  <a:ext cx="125130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883" b="-8889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CE04EC-38B0-7A8D-30F5-4510D3682949}"/>
                    </a:ext>
                  </a:extLst>
                </p:cNvPr>
                <p:cNvSpPr txBox="1"/>
                <p:nvPr/>
              </p:nvSpPr>
              <p:spPr>
                <a:xfrm>
                  <a:off x="475247" y="4236435"/>
                  <a:ext cx="3913700" cy="5688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&lt;0 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↑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↓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nary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CE04EC-38B0-7A8D-30F5-4510D3682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47" y="4236435"/>
                  <a:ext cx="3913700" cy="568874"/>
                </a:xfrm>
                <a:prstGeom prst="rect">
                  <a:avLst/>
                </a:prstGeom>
                <a:blipFill>
                  <a:blip r:embed="rId12"/>
                  <a:stretch>
                    <a:fillRect b="-107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DA798A3-6D17-EDCF-85A9-F908C98564EE}"/>
                    </a:ext>
                  </a:extLst>
                </p:cNvPr>
                <p:cNvSpPr txBox="1"/>
                <p:nvPr/>
              </p:nvSpPr>
              <p:spPr>
                <a:xfrm>
                  <a:off x="438577" y="5037520"/>
                  <a:ext cx="6867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≈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DA798A3-6D17-EDCF-85A9-F908C985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577" y="5037520"/>
                  <a:ext cx="68679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540" t="-4444" r="-3540" b="-3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627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Brief, Handschrift, Entwurf enthält.&#10;&#10;Automatisch generierte Beschreibung">
            <a:extLst>
              <a:ext uri="{FF2B5EF4-FFF2-40B4-BE49-F238E27FC236}">
                <a16:creationId xmlns:a16="http://schemas.microsoft.com/office/drawing/2014/main" id="{237BAC70-720C-3D38-BDFB-CC05D831A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806" y="1251756"/>
            <a:ext cx="6590727" cy="435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8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eriment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300" y="818456"/>
            <a:ext cx="4597400" cy="3340100"/>
          </a:xfrm>
          <a:prstGeom prst="rect">
            <a:avLst/>
          </a:prstGeom>
        </p:spPr>
      </p:pic>
      <p:pic>
        <p:nvPicPr>
          <p:cNvPr id="16" name="Picture 15" descr="Magnetfel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056" y="2582332"/>
            <a:ext cx="3708400" cy="2133600"/>
          </a:xfrm>
          <a:prstGeom prst="rect">
            <a:avLst/>
          </a:prstGeom>
        </p:spPr>
      </p:pic>
      <p:pic>
        <p:nvPicPr>
          <p:cNvPr id="10" name="Picture 9" descr="phi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75" y="5864381"/>
            <a:ext cx="546454" cy="303586"/>
          </a:xfrm>
          <a:prstGeom prst="rect">
            <a:avLst/>
          </a:prstGeom>
        </p:spPr>
      </p:pic>
      <p:pic>
        <p:nvPicPr>
          <p:cNvPr id="11" name="Picture 10" descr="WaveGrue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86400" y="5463075"/>
            <a:ext cx="1219200" cy="1219200"/>
          </a:xfrm>
          <a:prstGeom prst="rect">
            <a:avLst/>
          </a:prstGeom>
        </p:spPr>
      </p:pic>
      <p:pic>
        <p:nvPicPr>
          <p:cNvPr id="6" name="Picture 5" descr="WaveGrue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469478"/>
            <a:ext cx="1219200" cy="1219200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/>
        </p:nvGrpSpPr>
        <p:grpSpPr>
          <a:xfrm>
            <a:off x="5571503" y="366656"/>
            <a:ext cx="1048994" cy="1126960"/>
            <a:chOff x="9659259" y="2467429"/>
            <a:chExt cx="959220" cy="1030514"/>
          </a:xfrm>
        </p:grpSpPr>
        <p:sp>
          <p:nvSpPr>
            <p:cNvPr id="29" name="Cube 28"/>
            <p:cNvSpPr/>
            <p:nvPr/>
          </p:nvSpPr>
          <p:spPr>
            <a:xfrm>
              <a:off x="9659259" y="2467429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Halbbogen 29"/>
            <p:cNvSpPr/>
            <p:nvPr/>
          </p:nvSpPr>
          <p:spPr>
            <a:xfrm>
              <a:off x="9768115" y="2671221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1" name="Pfeil: nach oben 30"/>
            <p:cNvSpPr/>
            <p:nvPr/>
          </p:nvSpPr>
          <p:spPr>
            <a:xfrm>
              <a:off x="10064542" y="2698765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/>
            <p:cNvSpPr/>
            <p:nvPr/>
          </p:nvSpPr>
          <p:spPr>
            <a:xfrm>
              <a:off x="10064542" y="2960980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feld 2"/>
          <p:cNvSpPr txBox="1"/>
          <p:nvPr/>
        </p:nvSpPr>
        <p:spPr>
          <a:xfrm>
            <a:off x="9913258" y="6284685"/>
            <a:ext cx="301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Animation: Stefan Teufel</a:t>
            </a:r>
          </a:p>
        </p:txBody>
      </p:sp>
    </p:spTree>
    <p:extLst>
      <p:ext uri="{BB962C8B-B14F-4D97-AF65-F5344CB8AC3E}">
        <p14:creationId xmlns:p14="http://schemas.microsoft.com/office/powerpoint/2010/main" val="36604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65717E-6 2.24178E-6 L -0.00226 -0.2925 L -0.00677 -0.349 L -0.01598 -0.40736 L -0.03439 -0.45623 L -0.2421 -0.82376 " pathEditMode="relative" ptsTypes="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7141E-6 3.22835E-6 L 0.00191 -0.29227 L 0.00573 -0.34878 L 0.01407 -0.40714 L 0.03057 -0.456 L 0.21709 -0.82284 " pathEditMode="relative" rAng="0" ptsTypes="AAAAAA">
                                      <p:cBhvr>
                                        <p:cTn id="8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4" y="-41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Experiment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300" y="818456"/>
            <a:ext cx="4597400" cy="3340100"/>
          </a:xfrm>
          <a:prstGeom prst="rect">
            <a:avLst/>
          </a:prstGeom>
        </p:spPr>
      </p:pic>
      <p:pic>
        <p:nvPicPr>
          <p:cNvPr id="16" name="Picture 15" descr="Magnetfel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056" y="2582332"/>
            <a:ext cx="3708400" cy="2133600"/>
          </a:xfrm>
          <a:prstGeom prst="rect">
            <a:avLst/>
          </a:prstGeom>
        </p:spPr>
      </p:pic>
      <p:pic>
        <p:nvPicPr>
          <p:cNvPr id="9" name="Picture 8" descr="phi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75" y="5864381"/>
            <a:ext cx="546454" cy="303586"/>
          </a:xfrm>
          <a:prstGeom prst="rect">
            <a:avLst/>
          </a:prstGeom>
        </p:spPr>
      </p:pic>
      <p:pic>
        <p:nvPicPr>
          <p:cNvPr id="18" name="Picture 17" descr="WaveGrue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469478"/>
            <a:ext cx="1219200" cy="1219200"/>
          </a:xfrm>
          <a:prstGeom prst="rect">
            <a:avLst/>
          </a:prstGeom>
        </p:spPr>
      </p:pic>
      <p:pic>
        <p:nvPicPr>
          <p:cNvPr id="17" name="Picture 16" descr="WaveGrue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86400" y="5463075"/>
            <a:ext cx="1219200" cy="1219200"/>
          </a:xfrm>
          <a:prstGeom prst="rect">
            <a:avLst/>
          </a:prstGeom>
        </p:spPr>
      </p:pic>
      <p:pic>
        <p:nvPicPr>
          <p:cNvPr id="2" name="Picture 1" descr="path3707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983" y="5948690"/>
            <a:ext cx="91450" cy="81289"/>
          </a:xfrm>
          <a:prstGeom prst="rect">
            <a:avLst/>
          </a:prstGeom>
        </p:spPr>
      </p:pic>
      <p:grpSp>
        <p:nvGrpSpPr>
          <p:cNvPr id="21" name="Gruppieren 20"/>
          <p:cNvGrpSpPr/>
          <p:nvPr/>
        </p:nvGrpSpPr>
        <p:grpSpPr>
          <a:xfrm>
            <a:off x="5571503" y="373059"/>
            <a:ext cx="1048994" cy="1126960"/>
            <a:chOff x="9653281" y="4132556"/>
            <a:chExt cx="959220" cy="1030514"/>
          </a:xfrm>
        </p:grpSpPr>
        <p:sp>
          <p:nvSpPr>
            <p:cNvPr id="22" name="Cube 21"/>
            <p:cNvSpPr/>
            <p:nvPr/>
          </p:nvSpPr>
          <p:spPr>
            <a:xfrm>
              <a:off x="9653281" y="4132556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Halbbogen 22"/>
            <p:cNvSpPr/>
            <p:nvPr/>
          </p:nvSpPr>
          <p:spPr>
            <a:xfrm>
              <a:off x="9762137" y="4336348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4" name="Pfeil: nach oben 23"/>
            <p:cNvSpPr/>
            <p:nvPr/>
          </p:nvSpPr>
          <p:spPr>
            <a:xfrm rot="18896695">
              <a:off x="9964222" y="4392920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Ellipse 24"/>
            <p:cNvSpPr/>
            <p:nvPr/>
          </p:nvSpPr>
          <p:spPr>
            <a:xfrm>
              <a:off x="10058564" y="4626107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5571503" y="366656"/>
            <a:ext cx="1048994" cy="1126960"/>
            <a:chOff x="9659259" y="2467429"/>
            <a:chExt cx="959220" cy="1030514"/>
          </a:xfrm>
        </p:grpSpPr>
        <p:sp>
          <p:nvSpPr>
            <p:cNvPr id="27" name="Cube 26"/>
            <p:cNvSpPr/>
            <p:nvPr/>
          </p:nvSpPr>
          <p:spPr>
            <a:xfrm>
              <a:off x="9659259" y="2467429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Halbbogen 27"/>
            <p:cNvSpPr/>
            <p:nvPr/>
          </p:nvSpPr>
          <p:spPr>
            <a:xfrm>
              <a:off x="9768115" y="2671221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9" name="Pfeil: nach oben 28"/>
            <p:cNvSpPr/>
            <p:nvPr/>
          </p:nvSpPr>
          <p:spPr>
            <a:xfrm>
              <a:off x="10064542" y="2698765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Ellipse 29"/>
            <p:cNvSpPr/>
            <p:nvPr/>
          </p:nvSpPr>
          <p:spPr>
            <a:xfrm>
              <a:off x="10064542" y="2960980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Textfeld 18"/>
          <p:cNvSpPr txBox="1"/>
          <p:nvPr/>
        </p:nvSpPr>
        <p:spPr>
          <a:xfrm>
            <a:off x="9913258" y="6284685"/>
            <a:ext cx="301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Animation: Stefan Teufel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A4D8EEB-508F-7AA7-01E4-AD1D1EAF1101}"/>
              </a:ext>
            </a:extLst>
          </p:cNvPr>
          <p:cNvSpPr txBox="1"/>
          <p:nvPr/>
        </p:nvSpPr>
        <p:spPr>
          <a:xfrm>
            <a:off x="4742649" y="5758501"/>
            <a:ext cx="706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X(t</a:t>
            </a:r>
            <a:r>
              <a:rPr lang="de-DE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270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65717E-6 2.24178E-6 L -0.00226 -0.2925 L -0.00677 -0.349 L -0.01598 -0.40736 L -0.03439 -0.45623 L -0.2421 -0.82376 " pathEditMode="relative" ptsTypes="AAAAAA">
                                      <p:cBhvr>
                                        <p:cTn id="10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7141E-6 3.22835E-6 L 0.00191 -0.29227 L 0.00573 -0.34878 L 0.01407 -0.40714 L 0.03057 -0.456 L 0.21709 -0.82284 " pathEditMode="relative" rAng="0" ptsTypes="AAAAAA">
                                      <p:cBhvr>
                                        <p:cTn id="1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4" y="-4115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-0.00069 L -0.00069 -0.2918 L -0.00764 -0.3622 L -0.0283 -0.47545 L -0.05818 -0.55349 L -0.09256 -0.60722 L -0.18912 -0.71584 L -0.24644 -0.80917 " pathEditMode="relative" ptsTypes="AAAAAAAA">
                                      <p:cBhvr>
                                        <p:cTn id="1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Experiment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300" y="818456"/>
            <a:ext cx="4597400" cy="3340100"/>
          </a:xfrm>
          <a:prstGeom prst="rect">
            <a:avLst/>
          </a:prstGeom>
        </p:spPr>
      </p:pic>
      <p:pic>
        <p:nvPicPr>
          <p:cNvPr id="16" name="Picture 15" descr="Magnetfel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056" y="2582332"/>
            <a:ext cx="3708400" cy="2133600"/>
          </a:xfrm>
          <a:prstGeom prst="rect">
            <a:avLst/>
          </a:prstGeom>
        </p:spPr>
      </p:pic>
      <p:pic>
        <p:nvPicPr>
          <p:cNvPr id="9" name="Picture 8" descr="phi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75" y="5864381"/>
            <a:ext cx="546454" cy="303586"/>
          </a:xfrm>
          <a:prstGeom prst="rect">
            <a:avLst/>
          </a:prstGeom>
        </p:spPr>
      </p:pic>
      <p:pic>
        <p:nvPicPr>
          <p:cNvPr id="15" name="Picture 14" descr="WaveGrue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86400" y="5463075"/>
            <a:ext cx="1219200" cy="1219200"/>
          </a:xfrm>
          <a:prstGeom prst="rect">
            <a:avLst/>
          </a:prstGeom>
        </p:spPr>
      </p:pic>
      <p:pic>
        <p:nvPicPr>
          <p:cNvPr id="17" name="Picture 16" descr="WaveGrue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469478"/>
            <a:ext cx="1219200" cy="1219200"/>
          </a:xfrm>
          <a:prstGeom prst="rect">
            <a:avLst/>
          </a:prstGeom>
        </p:spPr>
      </p:pic>
      <p:pic>
        <p:nvPicPr>
          <p:cNvPr id="2" name="Picture 1" descr="path3707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83" y="5989334"/>
            <a:ext cx="91450" cy="81289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4742649" y="5758501"/>
            <a:ext cx="706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X(t</a:t>
            </a:r>
            <a:r>
              <a:rPr lang="de-DE" sz="2400" dirty="0"/>
              <a:t>)</a:t>
            </a:r>
          </a:p>
        </p:txBody>
      </p:sp>
      <p:grpSp>
        <p:nvGrpSpPr>
          <p:cNvPr id="22" name="Gruppieren 21"/>
          <p:cNvGrpSpPr/>
          <p:nvPr/>
        </p:nvGrpSpPr>
        <p:grpSpPr>
          <a:xfrm>
            <a:off x="5571503" y="397576"/>
            <a:ext cx="1048994" cy="1126960"/>
            <a:chOff x="9749657" y="5505086"/>
            <a:chExt cx="959220" cy="1030514"/>
          </a:xfrm>
        </p:grpSpPr>
        <p:sp>
          <p:nvSpPr>
            <p:cNvPr id="23" name="Cube 22"/>
            <p:cNvSpPr/>
            <p:nvPr/>
          </p:nvSpPr>
          <p:spPr>
            <a:xfrm>
              <a:off x="9749657" y="5505086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Halbbogen 23"/>
            <p:cNvSpPr/>
            <p:nvPr/>
          </p:nvSpPr>
          <p:spPr>
            <a:xfrm>
              <a:off x="9858513" y="5708878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5" name="Pfeil: nach oben 24"/>
            <p:cNvSpPr/>
            <p:nvPr/>
          </p:nvSpPr>
          <p:spPr>
            <a:xfrm rot="2731125">
              <a:off x="10233924" y="5795216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Ellipse 25"/>
            <p:cNvSpPr/>
            <p:nvPr/>
          </p:nvSpPr>
          <p:spPr>
            <a:xfrm>
              <a:off x="10133169" y="6020408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7" name="Gruppieren 26"/>
          <p:cNvGrpSpPr/>
          <p:nvPr/>
        </p:nvGrpSpPr>
        <p:grpSpPr>
          <a:xfrm>
            <a:off x="5578760" y="388427"/>
            <a:ext cx="1048994" cy="1126960"/>
            <a:chOff x="9659259" y="2467429"/>
            <a:chExt cx="959220" cy="1030514"/>
          </a:xfrm>
        </p:grpSpPr>
        <p:sp>
          <p:nvSpPr>
            <p:cNvPr id="28" name="Cube 27"/>
            <p:cNvSpPr/>
            <p:nvPr/>
          </p:nvSpPr>
          <p:spPr>
            <a:xfrm>
              <a:off x="9659259" y="2467429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Halbbogen 28"/>
            <p:cNvSpPr/>
            <p:nvPr/>
          </p:nvSpPr>
          <p:spPr>
            <a:xfrm>
              <a:off x="9768115" y="2671221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0" name="Pfeil: nach oben 29"/>
            <p:cNvSpPr/>
            <p:nvPr/>
          </p:nvSpPr>
          <p:spPr>
            <a:xfrm>
              <a:off x="10064542" y="2698765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/>
            <p:cNvSpPr/>
            <p:nvPr/>
          </p:nvSpPr>
          <p:spPr>
            <a:xfrm>
              <a:off x="10064542" y="2960980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Textfeld 18"/>
          <p:cNvSpPr txBox="1"/>
          <p:nvPr/>
        </p:nvSpPr>
        <p:spPr>
          <a:xfrm>
            <a:off x="9913258" y="6284685"/>
            <a:ext cx="301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Animation: Stefan Teufel</a:t>
            </a:r>
          </a:p>
        </p:txBody>
      </p:sp>
    </p:spTree>
    <p:extLst>
      <p:ext uri="{BB962C8B-B14F-4D97-AF65-F5344CB8AC3E}">
        <p14:creationId xmlns:p14="http://schemas.microsoft.com/office/powerpoint/2010/main" val="277672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65717E-6 2.24178E-6 L -0.00226 -0.2925 L -0.00677 -0.349 L -0.01598 -0.40736 L -0.03439 -0.45623 L -0.2421 -0.82376 " pathEditMode="relative" ptsTypes="AAAAAA">
                                      <p:cBhvr>
                                        <p:cTn id="1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7141E-6 3.22835E-6 L 0.00191 -0.29227 L 0.00573 -0.34878 L 0.01407 -0.40714 L 0.03057 -0.456 L 0.21709 -0.82284 " pathEditMode="relative" rAng="0" ptsTypes="AAAAAA">
                                      <p:cBhvr>
                                        <p:cTn id="14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4" y="-4115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7 L -0.0073 -0.27651 L -0.00157 -0.35132 L 0.01684 -0.43422 L 0.05019 -0.55812 L 0.13164 -0.71584 L 0.19017 -0.78925 " pathEditMode="relative" ptsTypes="AAAAAAA">
                                      <p:cBhvr>
                                        <p:cTn id="1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39369-EF51-55A9-1DB2-150084C1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Wirbellose, Rippenquallen enthält.&#10;&#10;Automatisch generierte Beschreibung">
            <a:extLst>
              <a:ext uri="{FF2B5EF4-FFF2-40B4-BE49-F238E27FC236}">
                <a16:creationId xmlns:a16="http://schemas.microsoft.com/office/drawing/2014/main" id="{9E81A87C-5658-B91B-2976-FD6AF9E09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845" y="3668610"/>
            <a:ext cx="13880636" cy="3667760"/>
          </a:xfrm>
          <a:prstGeom prst="rect">
            <a:avLst/>
          </a:prstGeom>
          <a:effectLst>
            <a:softEdge rad="749300"/>
          </a:effectLst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F4084188-89BA-9AEB-B897-C43A60D2A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6417"/>
            <a:ext cx="9144000" cy="646049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chemeClr val="bg1"/>
                </a:solidFill>
                <a:latin typeface="+mj-lt"/>
              </a:rPr>
              <a:t>The Measurement Problem (Schrödinger‘s Cat)</a:t>
            </a:r>
          </a:p>
        </p:txBody>
      </p:sp>
    </p:spTree>
    <p:extLst>
      <p:ext uri="{BB962C8B-B14F-4D97-AF65-F5344CB8AC3E}">
        <p14:creationId xmlns:p14="http://schemas.microsoft.com/office/powerpoint/2010/main" val="205465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878B-655A-1E70-21EA-737ED100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3A3CC504-8B1B-A8B8-C7D9-5DB828183B35}"/>
              </a:ext>
            </a:extLst>
          </p:cNvPr>
          <p:cNvSpPr/>
          <p:nvPr/>
        </p:nvSpPr>
        <p:spPr>
          <a:xfrm>
            <a:off x="2579571" y="424968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B633CB00-1943-23B0-B686-C89BA2AB862A}"/>
              </a:ext>
            </a:extLst>
          </p:cNvPr>
          <p:cNvSpPr/>
          <p:nvPr/>
        </p:nvSpPr>
        <p:spPr>
          <a:xfrm>
            <a:off x="2579571" y="1658333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8BED255-9FE8-F32A-8A56-045B5E5F6EDD}"/>
              </a:ext>
            </a:extLst>
          </p:cNvPr>
          <p:cNvCxnSpPr>
            <a:cxnSpLocks/>
          </p:cNvCxnSpPr>
          <p:nvPr/>
        </p:nvCxnSpPr>
        <p:spPr>
          <a:xfrm>
            <a:off x="2731285" y="3260463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8AF00867-8F7E-C995-C598-43E57F9C0C32}"/>
              </a:ext>
            </a:extLst>
          </p:cNvPr>
          <p:cNvSpPr/>
          <p:nvPr/>
        </p:nvSpPr>
        <p:spPr>
          <a:xfrm>
            <a:off x="5499370" y="1850683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68E008C-3557-2E7D-0B98-D3F23851ABFD}"/>
              </a:ext>
            </a:extLst>
          </p:cNvPr>
          <p:cNvSpPr/>
          <p:nvPr/>
        </p:nvSpPr>
        <p:spPr>
          <a:xfrm>
            <a:off x="6491773" y="1850683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B245011-005A-E9E0-C206-D4855A686DEB}"/>
                  </a:ext>
                </a:extLst>
              </p:cNvPr>
              <p:cNvSpPr txBox="1"/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B245011-005A-E9E0-C206-D4855A686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D924E243-F0F6-3BA0-B7A6-32CB26C74C4A}"/>
              </a:ext>
            </a:extLst>
          </p:cNvPr>
          <p:cNvCxnSpPr>
            <a:cxnSpLocks/>
          </p:cNvCxnSpPr>
          <p:nvPr/>
        </p:nvCxnSpPr>
        <p:spPr>
          <a:xfrm flipV="1">
            <a:off x="6270569" y="544903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EE0EA9A-976E-88D7-911E-A034218D9837}"/>
                  </a:ext>
                </a:extLst>
              </p:cNvPr>
              <p:cNvSpPr txBox="1"/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EE0EA9A-976E-88D7-911E-A034218D9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blipFill>
                <a:blip r:embed="rId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>
            <a:extLst>
              <a:ext uri="{FF2B5EF4-FFF2-40B4-BE49-F238E27FC236}">
                <a16:creationId xmlns:a16="http://schemas.microsoft.com/office/drawing/2014/main" id="{172B20D6-9D44-E9E5-B6CC-75B9E43CE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15321"/>
            <a:ext cx="1122727" cy="112272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2C534858-D40D-85F5-00D6-CD1CF9921D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69" y="4117237"/>
            <a:ext cx="1145256" cy="1145256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30AA9EF0-06C3-3B24-AC66-05D31FCF0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6150">
            <a:off x="6757546" y="5712867"/>
            <a:ext cx="990406" cy="673476"/>
          </a:xfrm>
          <a:prstGeom prst="rect">
            <a:avLst/>
          </a:prstGeom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02F4C99F-B7AF-A5B9-8116-59E36DA43B44}"/>
              </a:ext>
            </a:extLst>
          </p:cNvPr>
          <p:cNvGrpSpPr/>
          <p:nvPr/>
        </p:nvGrpSpPr>
        <p:grpSpPr>
          <a:xfrm rot="7992111">
            <a:off x="4614992" y="6027742"/>
            <a:ext cx="1367630" cy="934065"/>
            <a:chOff x="5408910" y="5406074"/>
            <a:chExt cx="1367630" cy="934065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A00D4517-EB30-1349-BB48-51642F60F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6150">
              <a:off x="5408910" y="5647363"/>
              <a:ext cx="990406" cy="673476"/>
            </a:xfrm>
            <a:prstGeom prst="rect">
              <a:avLst/>
            </a:prstGeom>
          </p:spPr>
        </p:pic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A52CBEE2-378E-9BE4-BEC7-884E7F84C782}"/>
                </a:ext>
              </a:extLst>
            </p:cNvPr>
            <p:cNvSpPr/>
            <p:nvPr/>
          </p:nvSpPr>
          <p:spPr>
            <a:xfrm>
              <a:off x="5842475" y="5406074"/>
              <a:ext cx="934065" cy="9340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9186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A04D661F-1584-4D3E-A924-D79997290D58}"/>
              </a:ext>
            </a:extLst>
          </p:cNvPr>
          <p:cNvSpPr/>
          <p:nvPr/>
        </p:nvSpPr>
        <p:spPr>
          <a:xfrm>
            <a:off x="2579571" y="424968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3C027D3-C481-4168-9F96-E0899F02C5D0}"/>
              </a:ext>
            </a:extLst>
          </p:cNvPr>
          <p:cNvSpPr/>
          <p:nvPr/>
        </p:nvSpPr>
        <p:spPr>
          <a:xfrm>
            <a:off x="2579571" y="1658333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C90E150-CCE7-471A-B5EA-9EDF02C017F4}"/>
              </a:ext>
            </a:extLst>
          </p:cNvPr>
          <p:cNvCxnSpPr>
            <a:cxnSpLocks/>
          </p:cNvCxnSpPr>
          <p:nvPr/>
        </p:nvCxnSpPr>
        <p:spPr>
          <a:xfrm>
            <a:off x="2731285" y="3260463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BFC4FB9-856F-4CDA-9591-DE0C38507B6E}"/>
                  </a:ext>
                </a:extLst>
              </p:cNvPr>
              <p:cNvSpPr txBox="1"/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BFC4FB9-856F-4CDA-9591-DE0C38507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A87582EE-9B55-4CB8-9D92-CD5E72517C46}"/>
              </a:ext>
            </a:extLst>
          </p:cNvPr>
          <p:cNvCxnSpPr>
            <a:cxnSpLocks/>
          </p:cNvCxnSpPr>
          <p:nvPr/>
        </p:nvCxnSpPr>
        <p:spPr>
          <a:xfrm flipV="1">
            <a:off x="6270569" y="544903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E081B17B-0339-438C-B2AA-DA3B04ECC6F8}"/>
                  </a:ext>
                </a:extLst>
              </p:cNvPr>
              <p:cNvSpPr txBox="1"/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E081B17B-0339-438C-B2AA-DA3B04ECC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blipFill>
                <a:blip r:embed="rId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>
            <a:extLst>
              <a:ext uri="{FF2B5EF4-FFF2-40B4-BE49-F238E27FC236}">
                <a16:creationId xmlns:a16="http://schemas.microsoft.com/office/drawing/2014/main" id="{2FC5DF3B-C537-4FED-80EF-C6E411950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15321"/>
            <a:ext cx="1122727" cy="112272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301BEFF3-CEC5-4179-B1F5-A9EB27F7B8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69" y="4117237"/>
            <a:ext cx="1145256" cy="1145256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C84FE9FB-E0C9-41C6-8E2D-1A2397F3DD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6150">
            <a:off x="6757546" y="5712867"/>
            <a:ext cx="990406" cy="673476"/>
          </a:xfrm>
          <a:prstGeom prst="rect">
            <a:avLst/>
          </a:prstGeom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DBDD3ED3-27D7-4106-AFCF-2A2254875E91}"/>
              </a:ext>
            </a:extLst>
          </p:cNvPr>
          <p:cNvGrpSpPr/>
          <p:nvPr/>
        </p:nvGrpSpPr>
        <p:grpSpPr>
          <a:xfrm rot="7992111">
            <a:off x="4614992" y="6027742"/>
            <a:ext cx="1367630" cy="934065"/>
            <a:chOff x="5408910" y="5406074"/>
            <a:chExt cx="1367630" cy="934065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2F8F3E38-DC80-4E16-969E-EF3BA6B08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6150">
              <a:off x="5408910" y="5647363"/>
              <a:ext cx="990406" cy="673476"/>
            </a:xfrm>
            <a:prstGeom prst="rect">
              <a:avLst/>
            </a:prstGeom>
          </p:spPr>
        </p:pic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2163D9A3-86D2-4F39-BFF4-07F2FB84F643}"/>
                </a:ext>
              </a:extLst>
            </p:cNvPr>
            <p:cNvSpPr/>
            <p:nvPr/>
          </p:nvSpPr>
          <p:spPr>
            <a:xfrm>
              <a:off x="5842475" y="5406074"/>
              <a:ext cx="934065" cy="9340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Ellipse 16">
            <a:extLst>
              <a:ext uri="{FF2B5EF4-FFF2-40B4-BE49-F238E27FC236}">
                <a16:creationId xmlns:a16="http://schemas.microsoft.com/office/drawing/2014/main" id="{3FB6B84C-F5E0-8B74-1EE1-4CA6C9321DE4}"/>
              </a:ext>
            </a:extLst>
          </p:cNvPr>
          <p:cNvSpPr/>
          <p:nvPr/>
        </p:nvSpPr>
        <p:spPr>
          <a:xfrm>
            <a:off x="4645533" y="1644630"/>
            <a:ext cx="903268" cy="90326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17">
            <a:extLst>
              <a:ext uri="{FF2B5EF4-FFF2-40B4-BE49-F238E27FC236}">
                <a16:creationId xmlns:a16="http://schemas.microsoft.com/office/drawing/2014/main" id="{0EFB8670-71BC-1944-05BC-DB5856E1773D}"/>
              </a:ext>
            </a:extLst>
          </p:cNvPr>
          <p:cNvSpPr/>
          <p:nvPr/>
        </p:nvSpPr>
        <p:spPr>
          <a:xfrm>
            <a:off x="7894822" y="4187772"/>
            <a:ext cx="1011895" cy="101189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2">
            <a:extLst>
              <a:ext uri="{FF2B5EF4-FFF2-40B4-BE49-F238E27FC236}">
                <a16:creationId xmlns:a16="http://schemas.microsoft.com/office/drawing/2014/main" id="{26DF85AF-D831-7261-72B0-D184E2F87B1B}"/>
              </a:ext>
            </a:extLst>
          </p:cNvPr>
          <p:cNvSpPr txBox="1"/>
          <p:nvPr/>
        </p:nvSpPr>
        <p:spPr>
          <a:xfrm>
            <a:off x="493422" y="189314"/>
            <a:ext cx="2149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Many-Worlds</a:t>
            </a:r>
          </a:p>
        </p:txBody>
      </p:sp>
    </p:spTree>
    <p:extLst>
      <p:ext uri="{BB962C8B-B14F-4D97-AF65-F5344CB8AC3E}">
        <p14:creationId xmlns:p14="http://schemas.microsoft.com/office/powerpoint/2010/main" val="4198018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96D3-BFCB-F30B-FD3E-E518AD0C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05415CE5-10BC-FA02-BB4B-2F27E6D341CF}"/>
              </a:ext>
            </a:extLst>
          </p:cNvPr>
          <p:cNvSpPr/>
          <p:nvPr/>
        </p:nvSpPr>
        <p:spPr>
          <a:xfrm>
            <a:off x="2579571" y="424968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15E626F-52A2-95CE-5429-B6A0A4F2354B}"/>
              </a:ext>
            </a:extLst>
          </p:cNvPr>
          <p:cNvSpPr/>
          <p:nvPr/>
        </p:nvSpPr>
        <p:spPr>
          <a:xfrm>
            <a:off x="2579571" y="1658333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7DB43C83-2925-F061-9A55-6399ECDB3EE9}"/>
              </a:ext>
            </a:extLst>
          </p:cNvPr>
          <p:cNvCxnSpPr>
            <a:cxnSpLocks/>
          </p:cNvCxnSpPr>
          <p:nvPr/>
        </p:nvCxnSpPr>
        <p:spPr>
          <a:xfrm>
            <a:off x="2731285" y="3260463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52C76C5E-5702-8CF5-BA66-2EAB8F1E6928}"/>
              </a:ext>
            </a:extLst>
          </p:cNvPr>
          <p:cNvSpPr/>
          <p:nvPr/>
        </p:nvSpPr>
        <p:spPr>
          <a:xfrm>
            <a:off x="5499370" y="1850683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1F074AE-DD86-311A-67B0-B8795B21A655}"/>
              </a:ext>
            </a:extLst>
          </p:cNvPr>
          <p:cNvSpPr/>
          <p:nvPr/>
        </p:nvSpPr>
        <p:spPr>
          <a:xfrm>
            <a:off x="6491773" y="1850683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B86BB757-6345-ABA8-C92C-64F3B03CC4B0}"/>
                  </a:ext>
                </a:extLst>
              </p:cNvPr>
              <p:cNvSpPr txBox="1"/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B86BB757-6345-ABA8-C92C-64F3B03C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7A2C0845-30A0-56E5-9FC1-69CE22E63142}"/>
              </a:ext>
            </a:extLst>
          </p:cNvPr>
          <p:cNvCxnSpPr>
            <a:cxnSpLocks/>
          </p:cNvCxnSpPr>
          <p:nvPr/>
        </p:nvCxnSpPr>
        <p:spPr>
          <a:xfrm flipV="1">
            <a:off x="6270569" y="544903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1227DB63-2CBE-391B-D458-6C6468D4D7D4}"/>
                  </a:ext>
                </a:extLst>
              </p:cNvPr>
              <p:cNvSpPr txBox="1"/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1227DB63-2CBE-391B-D458-6C6468D4D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blipFill>
                <a:blip r:embed="rId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>
            <a:extLst>
              <a:ext uri="{FF2B5EF4-FFF2-40B4-BE49-F238E27FC236}">
                <a16:creationId xmlns:a16="http://schemas.microsoft.com/office/drawing/2014/main" id="{301B211A-6AA0-5193-AE3E-FE9E9AFD8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15321"/>
            <a:ext cx="1122727" cy="112272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04BE0AA3-57F4-9D26-10DC-B671F3818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69" y="4117237"/>
            <a:ext cx="1145256" cy="1145256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CB1CEED9-4C40-AA03-34BD-D76FB16BBD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6150">
            <a:off x="6757546" y="5712867"/>
            <a:ext cx="990406" cy="673476"/>
          </a:xfrm>
          <a:prstGeom prst="rect">
            <a:avLst/>
          </a:prstGeom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3A0B32DC-6DF9-AA83-520E-9D50C40A275F}"/>
              </a:ext>
            </a:extLst>
          </p:cNvPr>
          <p:cNvGrpSpPr/>
          <p:nvPr/>
        </p:nvGrpSpPr>
        <p:grpSpPr>
          <a:xfrm rot="7992111">
            <a:off x="4614992" y="6027742"/>
            <a:ext cx="1367630" cy="934065"/>
            <a:chOff x="5408910" y="5406074"/>
            <a:chExt cx="1367630" cy="934065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8C421769-E16B-3B6F-D691-99D93C2E1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6150">
              <a:off x="5408910" y="5647363"/>
              <a:ext cx="990406" cy="673476"/>
            </a:xfrm>
            <a:prstGeom prst="rect">
              <a:avLst/>
            </a:prstGeom>
          </p:spPr>
        </p:pic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D809A1AB-A93A-1BAE-6F7E-C8EEA9C63972}"/>
                </a:ext>
              </a:extLst>
            </p:cNvPr>
            <p:cNvSpPr/>
            <p:nvPr/>
          </p:nvSpPr>
          <p:spPr>
            <a:xfrm>
              <a:off x="5842475" y="5406074"/>
              <a:ext cx="934065" cy="9340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Ellipse 4">
            <a:extLst>
              <a:ext uri="{FF2B5EF4-FFF2-40B4-BE49-F238E27FC236}">
                <a16:creationId xmlns:a16="http://schemas.microsoft.com/office/drawing/2014/main" id="{7EC5524E-6809-6E9C-51EF-F0C902ACCF3C}"/>
              </a:ext>
            </a:extLst>
          </p:cNvPr>
          <p:cNvSpPr/>
          <p:nvPr/>
        </p:nvSpPr>
        <p:spPr>
          <a:xfrm>
            <a:off x="6798974" y="2029892"/>
            <a:ext cx="73223" cy="7322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6">
                <a:extLst>
                  <a:ext uri="{FF2B5EF4-FFF2-40B4-BE49-F238E27FC236}">
                    <a16:creationId xmlns:a16="http://schemas.microsoft.com/office/drawing/2014/main" id="{907A1B88-C922-0D21-C73E-E7F4F9AA8002}"/>
                  </a:ext>
                </a:extLst>
              </p:cNvPr>
              <p:cNvSpPr txBox="1"/>
              <p:nvPr/>
            </p:nvSpPr>
            <p:spPr>
              <a:xfrm>
                <a:off x="7156543" y="1799685"/>
                <a:ext cx="10944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6">
                <a:extLst>
                  <a:ext uri="{FF2B5EF4-FFF2-40B4-BE49-F238E27FC236}">
                    <a16:creationId xmlns:a16="http://schemas.microsoft.com/office/drawing/2014/main" id="{907A1B88-C922-0D21-C73E-E7F4F9AA8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543" y="1799685"/>
                <a:ext cx="1094466" cy="276999"/>
              </a:xfrm>
              <a:prstGeom prst="rect">
                <a:avLst/>
              </a:prstGeom>
              <a:blipFill>
                <a:blip r:embed="rId7"/>
                <a:stretch>
                  <a:fillRect l="-6667" b="-2826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Bogen 7">
            <a:extLst>
              <a:ext uri="{FF2B5EF4-FFF2-40B4-BE49-F238E27FC236}">
                <a16:creationId xmlns:a16="http://schemas.microsoft.com/office/drawing/2014/main" id="{8F673217-1A06-CB05-9C0D-B85842642AAE}"/>
              </a:ext>
            </a:extLst>
          </p:cNvPr>
          <p:cNvSpPr/>
          <p:nvPr/>
        </p:nvSpPr>
        <p:spPr>
          <a:xfrm rot="19279290">
            <a:off x="6834271" y="1974490"/>
            <a:ext cx="374764" cy="332589"/>
          </a:xfrm>
          <a:prstGeom prst="arc">
            <a:avLst>
              <a:gd name="adj1" fmla="val 16200000"/>
              <a:gd name="adj2" fmla="val 19964342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2">
            <a:extLst>
              <a:ext uri="{FF2B5EF4-FFF2-40B4-BE49-F238E27FC236}">
                <a16:creationId xmlns:a16="http://schemas.microsoft.com/office/drawing/2014/main" id="{47F3129A-6ADE-8C08-7162-452CB390F78E}"/>
              </a:ext>
            </a:extLst>
          </p:cNvPr>
          <p:cNvSpPr txBox="1"/>
          <p:nvPr/>
        </p:nvSpPr>
        <p:spPr>
          <a:xfrm>
            <a:off x="493422" y="189314"/>
            <a:ext cx="3132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Bohmian</a:t>
            </a:r>
            <a:r>
              <a:rPr lang="de-DE" sz="2800" dirty="0"/>
              <a:t> </a:t>
            </a:r>
            <a:r>
              <a:rPr lang="de-DE" sz="2800" dirty="0" err="1"/>
              <a:t>Mechanics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22479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86B22-86BC-3251-9613-27020F0F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E222B59F-849A-7203-A253-6F845B4E701B}"/>
              </a:ext>
            </a:extLst>
          </p:cNvPr>
          <p:cNvSpPr/>
          <p:nvPr/>
        </p:nvSpPr>
        <p:spPr>
          <a:xfrm>
            <a:off x="2579571" y="424968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3E44275-0686-7559-114C-C592DF404E60}"/>
              </a:ext>
            </a:extLst>
          </p:cNvPr>
          <p:cNvSpPr/>
          <p:nvPr/>
        </p:nvSpPr>
        <p:spPr>
          <a:xfrm>
            <a:off x="2579571" y="1658333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6C002C4-EC97-153F-AB02-BB2B95AA884E}"/>
              </a:ext>
            </a:extLst>
          </p:cNvPr>
          <p:cNvCxnSpPr>
            <a:cxnSpLocks/>
          </p:cNvCxnSpPr>
          <p:nvPr/>
        </p:nvCxnSpPr>
        <p:spPr>
          <a:xfrm>
            <a:off x="2731285" y="3260463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F11A3911-3297-5215-234F-EF7755C08CB9}"/>
                  </a:ext>
                </a:extLst>
              </p:cNvPr>
              <p:cNvSpPr txBox="1"/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F11A3911-3297-5215-234F-EF7755C08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87EA5FA4-BC80-0A71-C001-A7621C930E22}"/>
              </a:ext>
            </a:extLst>
          </p:cNvPr>
          <p:cNvCxnSpPr>
            <a:cxnSpLocks/>
          </p:cNvCxnSpPr>
          <p:nvPr/>
        </p:nvCxnSpPr>
        <p:spPr>
          <a:xfrm flipV="1">
            <a:off x="6270569" y="544903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257A666D-41AF-2196-D571-879E082D680D}"/>
                  </a:ext>
                </a:extLst>
              </p:cNvPr>
              <p:cNvSpPr txBox="1"/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257A666D-41AF-2196-D571-879E082D6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blipFill>
                <a:blip r:embed="rId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>
            <a:extLst>
              <a:ext uri="{FF2B5EF4-FFF2-40B4-BE49-F238E27FC236}">
                <a16:creationId xmlns:a16="http://schemas.microsoft.com/office/drawing/2014/main" id="{BA26E28D-8ADF-2D6D-F33D-1FEFF97440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15321"/>
            <a:ext cx="1122727" cy="112272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19B43F24-0AE3-1DBA-6A75-D8E1BF640E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69" y="4117237"/>
            <a:ext cx="1145256" cy="1145256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AACF947E-4E09-96C1-6E2F-AE3FBA137E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6150">
            <a:off x="6757546" y="5712867"/>
            <a:ext cx="990406" cy="673476"/>
          </a:xfrm>
          <a:prstGeom prst="rect">
            <a:avLst/>
          </a:prstGeom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FFC73F38-46DF-E9FE-4880-8387DC71BA01}"/>
              </a:ext>
            </a:extLst>
          </p:cNvPr>
          <p:cNvGrpSpPr/>
          <p:nvPr/>
        </p:nvGrpSpPr>
        <p:grpSpPr>
          <a:xfrm rot="7992111">
            <a:off x="4614992" y="6027742"/>
            <a:ext cx="1367630" cy="934065"/>
            <a:chOff x="5408910" y="5406074"/>
            <a:chExt cx="1367630" cy="934065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85417977-357F-AC8F-FBFE-AA7035D15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6150">
              <a:off x="5408910" y="5647363"/>
              <a:ext cx="990406" cy="673476"/>
            </a:xfrm>
            <a:prstGeom prst="rect">
              <a:avLst/>
            </a:prstGeom>
          </p:spPr>
        </p:pic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3061946C-09C0-77CE-23A8-15C5140C5C2B}"/>
                </a:ext>
              </a:extLst>
            </p:cNvPr>
            <p:cNvSpPr/>
            <p:nvPr/>
          </p:nvSpPr>
          <p:spPr>
            <a:xfrm>
              <a:off x="5842475" y="5406074"/>
              <a:ext cx="934065" cy="9340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Ellipse 16">
            <a:extLst>
              <a:ext uri="{FF2B5EF4-FFF2-40B4-BE49-F238E27FC236}">
                <a16:creationId xmlns:a16="http://schemas.microsoft.com/office/drawing/2014/main" id="{8F1558E8-6FAB-A0BA-5921-817C652D53BA}"/>
              </a:ext>
            </a:extLst>
          </p:cNvPr>
          <p:cNvSpPr/>
          <p:nvPr/>
        </p:nvSpPr>
        <p:spPr>
          <a:xfrm>
            <a:off x="4645533" y="1644630"/>
            <a:ext cx="903268" cy="90326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17">
            <a:extLst>
              <a:ext uri="{FF2B5EF4-FFF2-40B4-BE49-F238E27FC236}">
                <a16:creationId xmlns:a16="http://schemas.microsoft.com/office/drawing/2014/main" id="{E0596D1B-A6F3-FE11-00FF-6CC1338FAB83}"/>
              </a:ext>
            </a:extLst>
          </p:cNvPr>
          <p:cNvSpPr/>
          <p:nvPr/>
        </p:nvSpPr>
        <p:spPr>
          <a:xfrm>
            <a:off x="7894822" y="4187772"/>
            <a:ext cx="1011895" cy="101189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6DFE80F7-D9E6-3723-111C-5ADE486A49B5}"/>
              </a:ext>
            </a:extLst>
          </p:cNvPr>
          <p:cNvSpPr txBox="1"/>
          <p:nvPr/>
        </p:nvSpPr>
        <p:spPr>
          <a:xfrm>
            <a:off x="493422" y="189314"/>
            <a:ext cx="3132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Bohmian</a:t>
            </a:r>
            <a:r>
              <a:rPr lang="de-DE" sz="2800" dirty="0"/>
              <a:t> </a:t>
            </a:r>
            <a:r>
              <a:rPr lang="de-DE" sz="2800" dirty="0" err="1"/>
              <a:t>Mechanics</a:t>
            </a:r>
            <a:endParaRPr lang="de-DE" sz="2800" dirty="0"/>
          </a:p>
        </p:txBody>
      </p:sp>
      <p:sp>
        <p:nvSpPr>
          <p:cNvPr id="6" name="Ellipse 4">
            <a:extLst>
              <a:ext uri="{FF2B5EF4-FFF2-40B4-BE49-F238E27FC236}">
                <a16:creationId xmlns:a16="http://schemas.microsoft.com/office/drawing/2014/main" id="{5CDE44FF-BDB1-811A-08D9-AE4FDB68C1C9}"/>
              </a:ext>
            </a:extLst>
          </p:cNvPr>
          <p:cNvSpPr/>
          <p:nvPr/>
        </p:nvSpPr>
        <p:spPr>
          <a:xfrm>
            <a:off x="8194793" y="4769150"/>
            <a:ext cx="73223" cy="7322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71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DFFE-0D67-96D1-F94B-28824F30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4D7F1037-0DB9-790C-2EA4-B5E25DDEC33D}"/>
              </a:ext>
            </a:extLst>
          </p:cNvPr>
          <p:cNvSpPr/>
          <p:nvPr/>
        </p:nvSpPr>
        <p:spPr>
          <a:xfrm>
            <a:off x="2579571" y="424968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E889EC4-5ECC-5C51-44D7-AFE8D14A1771}"/>
              </a:ext>
            </a:extLst>
          </p:cNvPr>
          <p:cNvSpPr/>
          <p:nvPr/>
        </p:nvSpPr>
        <p:spPr>
          <a:xfrm>
            <a:off x="2579571" y="1658333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BF577CC2-59B6-0B19-434F-729A5D22FC5F}"/>
              </a:ext>
            </a:extLst>
          </p:cNvPr>
          <p:cNvCxnSpPr>
            <a:cxnSpLocks/>
          </p:cNvCxnSpPr>
          <p:nvPr/>
        </p:nvCxnSpPr>
        <p:spPr>
          <a:xfrm>
            <a:off x="2731285" y="3260463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F5693CD1-36F9-2EA2-904E-84269F469284}"/>
              </a:ext>
            </a:extLst>
          </p:cNvPr>
          <p:cNvSpPr/>
          <p:nvPr/>
        </p:nvSpPr>
        <p:spPr>
          <a:xfrm>
            <a:off x="5499370" y="1850683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DA295481-9FC0-7D95-C5A0-2C91C4470263}"/>
              </a:ext>
            </a:extLst>
          </p:cNvPr>
          <p:cNvSpPr/>
          <p:nvPr/>
        </p:nvSpPr>
        <p:spPr>
          <a:xfrm>
            <a:off x="6491773" y="1850683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1D70D183-379D-B945-2609-DEB52EC75ACA}"/>
                  </a:ext>
                </a:extLst>
              </p:cNvPr>
              <p:cNvSpPr txBox="1"/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1D70D183-379D-B945-2609-DEB52EC75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E4C3D93-926B-3FA7-9212-FB496DD0269A}"/>
              </a:ext>
            </a:extLst>
          </p:cNvPr>
          <p:cNvCxnSpPr>
            <a:cxnSpLocks/>
          </p:cNvCxnSpPr>
          <p:nvPr/>
        </p:nvCxnSpPr>
        <p:spPr>
          <a:xfrm flipV="1">
            <a:off x="6270569" y="544903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DC90B025-4E98-17BC-4CFE-E772120112B9}"/>
                  </a:ext>
                </a:extLst>
              </p:cNvPr>
              <p:cNvSpPr txBox="1"/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DC90B025-4E98-17BC-4CFE-E77212011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blipFill>
                <a:blip r:embed="rId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>
            <a:extLst>
              <a:ext uri="{FF2B5EF4-FFF2-40B4-BE49-F238E27FC236}">
                <a16:creationId xmlns:a16="http://schemas.microsoft.com/office/drawing/2014/main" id="{1AAA0DF0-9E94-E60E-8075-13C10E9F4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15321"/>
            <a:ext cx="1122727" cy="112272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1AC96028-5E6E-F431-9CE6-A91152805C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69" y="4117237"/>
            <a:ext cx="1145256" cy="1145256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C6E3FB0C-F2BC-0CA9-8EE9-A256CE9D39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6150">
            <a:off x="6757546" y="5712867"/>
            <a:ext cx="990406" cy="673476"/>
          </a:xfrm>
          <a:prstGeom prst="rect">
            <a:avLst/>
          </a:prstGeom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B812E134-316C-26E8-4676-7C251217F2DD}"/>
              </a:ext>
            </a:extLst>
          </p:cNvPr>
          <p:cNvGrpSpPr/>
          <p:nvPr/>
        </p:nvGrpSpPr>
        <p:grpSpPr>
          <a:xfrm rot="7992111">
            <a:off x="4614992" y="6027742"/>
            <a:ext cx="1367630" cy="934065"/>
            <a:chOff x="5408910" y="5406074"/>
            <a:chExt cx="1367630" cy="934065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98EC946C-672B-30E1-3B69-90309FFD6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6150">
              <a:off x="5408910" y="5647363"/>
              <a:ext cx="990406" cy="673476"/>
            </a:xfrm>
            <a:prstGeom prst="rect">
              <a:avLst/>
            </a:prstGeom>
          </p:spPr>
        </p:pic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2478F77D-8A35-515E-46C3-4157F4C73D8F}"/>
                </a:ext>
              </a:extLst>
            </p:cNvPr>
            <p:cNvSpPr/>
            <p:nvPr/>
          </p:nvSpPr>
          <p:spPr>
            <a:xfrm>
              <a:off x="5842475" y="5406074"/>
              <a:ext cx="934065" cy="9340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10FE767F-F63C-C97D-6297-60372CA57CCD}"/>
              </a:ext>
            </a:extLst>
          </p:cNvPr>
          <p:cNvSpPr txBox="1"/>
          <p:nvPr/>
        </p:nvSpPr>
        <p:spPr>
          <a:xfrm>
            <a:off x="493422" y="189314"/>
            <a:ext cx="4207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Objective</a:t>
            </a:r>
            <a:r>
              <a:rPr lang="de-DE" sz="2800" dirty="0"/>
              <a:t> </a:t>
            </a:r>
            <a:r>
              <a:rPr lang="de-DE" sz="2800" dirty="0" err="1"/>
              <a:t>Collapse</a:t>
            </a:r>
            <a:r>
              <a:rPr lang="de-DE" sz="2800" dirty="0"/>
              <a:t> </a:t>
            </a:r>
            <a:r>
              <a:rPr lang="de-DE" sz="2800" dirty="0" err="1"/>
              <a:t>Theories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4329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32EA3-1389-CF0C-C8F6-AEF5D07B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F0658126-6606-D863-8963-EA7C70DFE973}"/>
              </a:ext>
            </a:extLst>
          </p:cNvPr>
          <p:cNvSpPr/>
          <p:nvPr/>
        </p:nvSpPr>
        <p:spPr>
          <a:xfrm>
            <a:off x="2579571" y="424968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0FE472A-0BD4-CA28-9AF2-6851CD3FEB4F}"/>
              </a:ext>
            </a:extLst>
          </p:cNvPr>
          <p:cNvSpPr/>
          <p:nvPr/>
        </p:nvSpPr>
        <p:spPr>
          <a:xfrm>
            <a:off x="2579571" y="1658333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E7B34546-DD33-D604-2E7E-5BDEB437DDB4}"/>
              </a:ext>
            </a:extLst>
          </p:cNvPr>
          <p:cNvCxnSpPr>
            <a:cxnSpLocks/>
          </p:cNvCxnSpPr>
          <p:nvPr/>
        </p:nvCxnSpPr>
        <p:spPr>
          <a:xfrm>
            <a:off x="2731285" y="3260463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54174D5-1F08-26A5-3C23-EE880D1F2DB6}"/>
                  </a:ext>
                </a:extLst>
              </p:cNvPr>
              <p:cNvSpPr txBox="1"/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54174D5-1F08-26A5-3C23-EE880D1F2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785" y="2917058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72B9483A-8CB7-D0B8-0E43-92A5F1AE71B6}"/>
              </a:ext>
            </a:extLst>
          </p:cNvPr>
          <p:cNvCxnSpPr>
            <a:cxnSpLocks/>
          </p:cNvCxnSpPr>
          <p:nvPr/>
        </p:nvCxnSpPr>
        <p:spPr>
          <a:xfrm flipV="1">
            <a:off x="6270569" y="544903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378D0DF4-A5B8-3A43-C9AC-35CD880AF3EC}"/>
                  </a:ext>
                </a:extLst>
              </p:cNvPr>
              <p:cNvSpPr txBox="1"/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378D0DF4-A5B8-3A43-C9AC-35CD880AF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98" y="622829"/>
                <a:ext cx="206339" cy="307777"/>
              </a:xfrm>
              <a:prstGeom prst="rect">
                <a:avLst/>
              </a:prstGeom>
              <a:blipFill>
                <a:blip r:embed="rId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>
            <a:extLst>
              <a:ext uri="{FF2B5EF4-FFF2-40B4-BE49-F238E27FC236}">
                <a16:creationId xmlns:a16="http://schemas.microsoft.com/office/drawing/2014/main" id="{F265EB2F-82E5-9F57-FD07-04DEBA8394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15321"/>
            <a:ext cx="1122727" cy="1122727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459C8457-7F0D-A50D-CF98-7CD53B42D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66150">
            <a:off x="6757546" y="5712867"/>
            <a:ext cx="990406" cy="673476"/>
          </a:xfrm>
          <a:prstGeom prst="rect">
            <a:avLst/>
          </a:prstGeom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269987A9-1FBA-DB65-796A-25EF63B1CC22}"/>
              </a:ext>
            </a:extLst>
          </p:cNvPr>
          <p:cNvGrpSpPr/>
          <p:nvPr/>
        </p:nvGrpSpPr>
        <p:grpSpPr>
          <a:xfrm rot="7992111">
            <a:off x="4614992" y="6027742"/>
            <a:ext cx="1367630" cy="934065"/>
            <a:chOff x="5408910" y="5406074"/>
            <a:chExt cx="1367630" cy="934065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B8014F15-B2A9-F62F-497A-FE42F04ED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6150">
              <a:off x="5408910" y="5647363"/>
              <a:ext cx="990406" cy="673476"/>
            </a:xfrm>
            <a:prstGeom prst="rect">
              <a:avLst/>
            </a:prstGeom>
          </p:spPr>
        </p:pic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CC82D845-F35F-7E82-CBBA-F78DE9F9F7C9}"/>
                </a:ext>
              </a:extLst>
            </p:cNvPr>
            <p:cNvSpPr/>
            <p:nvPr/>
          </p:nvSpPr>
          <p:spPr>
            <a:xfrm>
              <a:off x="5842475" y="5406074"/>
              <a:ext cx="934065" cy="9340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" name="Textfeld 2">
            <a:extLst>
              <a:ext uri="{FF2B5EF4-FFF2-40B4-BE49-F238E27FC236}">
                <a16:creationId xmlns:a16="http://schemas.microsoft.com/office/drawing/2014/main" id="{27993354-0B08-4901-AF45-0D2233E8F63F}"/>
              </a:ext>
            </a:extLst>
          </p:cNvPr>
          <p:cNvSpPr txBox="1"/>
          <p:nvPr/>
        </p:nvSpPr>
        <p:spPr>
          <a:xfrm>
            <a:off x="493422" y="189314"/>
            <a:ext cx="4207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Objective</a:t>
            </a:r>
            <a:r>
              <a:rPr lang="de-DE" sz="2800" dirty="0"/>
              <a:t> </a:t>
            </a:r>
            <a:r>
              <a:rPr lang="de-DE" sz="2800" dirty="0" err="1"/>
              <a:t>Collapse</a:t>
            </a:r>
            <a:r>
              <a:rPr lang="de-DE" sz="2800" dirty="0"/>
              <a:t> </a:t>
            </a:r>
            <a:r>
              <a:rPr lang="de-DE" sz="2800" dirty="0" err="1"/>
              <a:t>Theories</a:t>
            </a:r>
            <a:endParaRPr lang="de-DE" sz="2800" dirty="0"/>
          </a:p>
        </p:txBody>
      </p:sp>
      <p:pic>
        <p:nvPicPr>
          <p:cNvPr id="6" name="Grafik 36">
            <a:extLst>
              <a:ext uri="{FF2B5EF4-FFF2-40B4-BE49-F238E27FC236}">
                <a16:creationId xmlns:a16="http://schemas.microsoft.com/office/drawing/2014/main" id="{8B0BB811-E7AD-F334-93FC-E5639CD2675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28" y="4197423"/>
            <a:ext cx="1145256" cy="1145256"/>
          </a:xfrm>
          <a:prstGeom prst="rect">
            <a:avLst/>
          </a:prstGeom>
        </p:spPr>
      </p:pic>
      <p:sp>
        <p:nvSpPr>
          <p:cNvPr id="7" name="Ellipse 17">
            <a:extLst>
              <a:ext uri="{FF2B5EF4-FFF2-40B4-BE49-F238E27FC236}">
                <a16:creationId xmlns:a16="http://schemas.microsoft.com/office/drawing/2014/main" id="{69A6F535-FAF4-C1B7-9E92-F385CBFF6587}"/>
              </a:ext>
            </a:extLst>
          </p:cNvPr>
          <p:cNvSpPr/>
          <p:nvPr/>
        </p:nvSpPr>
        <p:spPr>
          <a:xfrm>
            <a:off x="7894822" y="4187772"/>
            <a:ext cx="1011895" cy="101189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7098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ABF7A-7247-6146-34BA-2215D059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Wirbellose, Rippenquallen enthält.&#10;&#10;Automatisch generierte Beschreibung">
            <a:extLst>
              <a:ext uri="{FF2B5EF4-FFF2-40B4-BE49-F238E27FC236}">
                <a16:creationId xmlns:a16="http://schemas.microsoft.com/office/drawing/2014/main" id="{9291526B-1694-DC14-A2EA-F5BD83B26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845" y="3668610"/>
            <a:ext cx="13880636" cy="3667760"/>
          </a:xfrm>
          <a:prstGeom prst="rect">
            <a:avLst/>
          </a:prstGeom>
          <a:effectLst>
            <a:softEdge rad="749300"/>
          </a:effectLst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DABF4710-75F8-CF53-CD8A-BD2C7BD01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6417"/>
            <a:ext cx="9144000" cy="646049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chemeClr val="bg1"/>
                </a:solidFill>
                <a:latin typeface="+mj-lt"/>
              </a:rPr>
              <a:t>Decoherence and effective Collapse</a:t>
            </a:r>
          </a:p>
        </p:txBody>
      </p:sp>
    </p:spTree>
    <p:extLst>
      <p:ext uri="{BB962C8B-B14F-4D97-AF65-F5344CB8AC3E}">
        <p14:creationId xmlns:p14="http://schemas.microsoft.com/office/powerpoint/2010/main" val="859764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69B2E61-DE78-4FD2-A2E1-A5B2B7367DC6}"/>
              </a:ext>
            </a:extLst>
          </p:cNvPr>
          <p:cNvCxnSpPr>
            <a:cxnSpLocks/>
          </p:cNvCxnSpPr>
          <p:nvPr/>
        </p:nvCxnSpPr>
        <p:spPr>
          <a:xfrm>
            <a:off x="2043876" y="3799788"/>
            <a:ext cx="69919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DE958FF8-7081-49AE-AD8F-FDE1E0B6AA46}"/>
                  </a:ext>
                </a:extLst>
              </p:cNvPr>
              <p:cNvSpPr txBox="1"/>
              <p:nvPr/>
            </p:nvSpPr>
            <p:spPr>
              <a:xfrm>
                <a:off x="9434051" y="3667647"/>
                <a:ext cx="30131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DE958FF8-7081-49AE-AD8F-FDE1E0B6A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051" y="3667647"/>
                <a:ext cx="301316" cy="307777"/>
              </a:xfrm>
              <a:prstGeom prst="rect">
                <a:avLst/>
              </a:prstGeom>
              <a:blipFill>
                <a:blip r:embed="rId2"/>
                <a:stretch>
                  <a:fillRect l="-12245" r="-10204" b="-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6064AE46-EE59-4C8B-B68C-FF1CD03CEF57}"/>
                  </a:ext>
                </a:extLst>
              </p14:cNvPr>
              <p14:cNvContentPartPr/>
              <p14:nvPr/>
            </p14:nvContentPartPr>
            <p14:xfrm>
              <a:off x="3986822" y="3799788"/>
              <a:ext cx="301680" cy="648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6064AE46-EE59-4C8B-B68C-FF1CD03CEF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3182" y="3692148"/>
                <a:ext cx="409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1CAF665F-FC54-4786-AB3B-1778FA50E28F}"/>
                  </a:ext>
                </a:extLst>
              </p14:cNvPr>
              <p14:cNvContentPartPr/>
              <p14:nvPr/>
            </p14:nvContentPartPr>
            <p14:xfrm>
              <a:off x="4994822" y="3795108"/>
              <a:ext cx="360" cy="36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1CAF665F-FC54-4786-AB3B-1778FA50E2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082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4" name="Freihand 63">
                <a:extLst>
                  <a:ext uri="{FF2B5EF4-FFF2-40B4-BE49-F238E27FC236}">
                    <a16:creationId xmlns:a16="http://schemas.microsoft.com/office/drawing/2014/main" id="{DAE62542-C58E-488B-9018-90B3A9308E08}"/>
                  </a:ext>
                </a:extLst>
              </p14:cNvPr>
              <p14:cNvContentPartPr/>
              <p14:nvPr/>
            </p14:nvContentPartPr>
            <p14:xfrm>
              <a:off x="4876382" y="3795108"/>
              <a:ext cx="360" cy="360"/>
            </p14:xfrm>
          </p:contentPart>
        </mc:Choice>
        <mc:Fallback xmlns="">
          <p:pic>
            <p:nvPicPr>
              <p:cNvPr id="64" name="Freihand 63">
                <a:extLst>
                  <a:ext uri="{FF2B5EF4-FFF2-40B4-BE49-F238E27FC236}">
                    <a16:creationId xmlns:a16="http://schemas.microsoft.com/office/drawing/2014/main" id="{DAE62542-C58E-488B-9018-90B3A9308E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274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Freihand 64">
                <a:extLst>
                  <a:ext uri="{FF2B5EF4-FFF2-40B4-BE49-F238E27FC236}">
                    <a16:creationId xmlns:a16="http://schemas.microsoft.com/office/drawing/2014/main" id="{282E635D-7B6E-4985-92A6-9C670CA55C98}"/>
                  </a:ext>
                </a:extLst>
              </p14:cNvPr>
              <p14:cNvContentPartPr/>
              <p14:nvPr/>
            </p14:nvContentPartPr>
            <p14:xfrm>
              <a:off x="5107502" y="3795108"/>
              <a:ext cx="360" cy="360"/>
            </p14:xfrm>
          </p:contentPart>
        </mc:Choice>
        <mc:Fallback xmlns="">
          <p:pic>
            <p:nvPicPr>
              <p:cNvPr id="65" name="Freihand 64">
                <a:extLst>
                  <a:ext uri="{FF2B5EF4-FFF2-40B4-BE49-F238E27FC236}">
                    <a16:creationId xmlns:a16="http://schemas.microsoft.com/office/drawing/2014/main" id="{282E635D-7B6E-4985-92A6-9C670CA55C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386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7CEC7F09-FE4B-481E-AB14-6FF7A21510E3}"/>
                  </a:ext>
                </a:extLst>
              </p14:cNvPr>
              <p14:cNvContentPartPr/>
              <p14:nvPr/>
            </p14:nvContentPartPr>
            <p14:xfrm>
              <a:off x="4950542" y="3795108"/>
              <a:ext cx="360" cy="360"/>
            </p14:xfrm>
          </p:contentPart>
        </mc:Choice>
        <mc:Fallback xmlns=""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7CEC7F09-FE4B-481E-AB14-6FF7A21510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9654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Freihand 66">
                <a:extLst>
                  <a:ext uri="{FF2B5EF4-FFF2-40B4-BE49-F238E27FC236}">
                    <a16:creationId xmlns:a16="http://schemas.microsoft.com/office/drawing/2014/main" id="{0C0074DB-13AF-4C1B-97BF-BA5A5D4D3829}"/>
                  </a:ext>
                </a:extLst>
              </p14:cNvPr>
              <p14:cNvContentPartPr/>
              <p14:nvPr/>
            </p14:nvContentPartPr>
            <p14:xfrm>
              <a:off x="5043782" y="3795108"/>
              <a:ext cx="360" cy="360"/>
            </p14:xfrm>
          </p:contentPart>
        </mc:Choice>
        <mc:Fallback xmlns="">
          <p:pic>
            <p:nvPicPr>
              <p:cNvPr id="67" name="Freihand 66">
                <a:extLst>
                  <a:ext uri="{FF2B5EF4-FFF2-40B4-BE49-F238E27FC236}">
                    <a16:creationId xmlns:a16="http://schemas.microsoft.com/office/drawing/2014/main" id="{0C0074DB-13AF-4C1B-97BF-BA5A5D4D38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978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8" name="Freihand 67">
                <a:extLst>
                  <a:ext uri="{FF2B5EF4-FFF2-40B4-BE49-F238E27FC236}">
                    <a16:creationId xmlns:a16="http://schemas.microsoft.com/office/drawing/2014/main" id="{34B16B45-B16E-4699-AE66-BBDCBEB6CDFB}"/>
                  </a:ext>
                </a:extLst>
              </p14:cNvPr>
              <p14:cNvContentPartPr/>
              <p14:nvPr/>
            </p14:nvContentPartPr>
            <p14:xfrm>
              <a:off x="5215862" y="3795108"/>
              <a:ext cx="360" cy="360"/>
            </p14:xfrm>
          </p:contentPart>
        </mc:Choice>
        <mc:Fallback xmlns="">
          <p:pic>
            <p:nvPicPr>
              <p:cNvPr id="68" name="Freihand 67">
                <a:extLst>
                  <a:ext uri="{FF2B5EF4-FFF2-40B4-BE49-F238E27FC236}">
                    <a16:creationId xmlns:a16="http://schemas.microsoft.com/office/drawing/2014/main" id="{34B16B45-B16E-4699-AE66-BBDCBEB6CD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186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3315CF9C-FA3E-4921-90D6-428C87FCDF81}"/>
                  </a:ext>
                </a:extLst>
              </p:cNvPr>
              <p:cNvSpPr txBox="1"/>
              <p:nvPr/>
            </p:nvSpPr>
            <p:spPr>
              <a:xfrm>
                <a:off x="4226845" y="2648291"/>
                <a:ext cx="7191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3315CF9C-FA3E-4921-90D6-428C87FCD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845" y="2648291"/>
                <a:ext cx="719108" cy="369332"/>
              </a:xfrm>
              <a:prstGeom prst="rect">
                <a:avLst/>
              </a:prstGeom>
              <a:blipFill>
                <a:blip r:embed="rId12"/>
                <a:stretch>
                  <a:fillRect l="-14407" r="-15254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089DD6E1-2A75-2E3C-BC7B-A8118C12BE48}"/>
              </a:ext>
            </a:extLst>
          </p:cNvPr>
          <p:cNvSpPr txBox="1"/>
          <p:nvPr/>
        </p:nvSpPr>
        <p:spPr>
          <a:xfrm>
            <a:off x="731520" y="518160"/>
            <a:ext cx="733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The </a:t>
            </a:r>
            <a:r>
              <a:rPr lang="de-DE" sz="2400" dirty="0" err="1"/>
              <a:t>wave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of a </a:t>
            </a:r>
            <a:r>
              <a:rPr lang="de-DE" sz="2400" dirty="0" err="1"/>
              <a:t>single</a:t>
            </a:r>
            <a:r>
              <a:rPr lang="de-DE" sz="2400" dirty="0"/>
              <a:t> </a:t>
            </a:r>
            <a:r>
              <a:rPr lang="de-DE" sz="2400" dirty="0" err="1"/>
              <a:t>particle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easily</a:t>
            </a:r>
            <a:r>
              <a:rPr lang="de-DE" sz="2400" dirty="0"/>
              <a:t> </a:t>
            </a:r>
            <a:r>
              <a:rPr lang="de-DE" sz="2400" dirty="0" err="1"/>
              <a:t>interfere</a:t>
            </a:r>
            <a:r>
              <a:rPr lang="de-DE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50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69B2E61-DE78-4FD2-A2E1-A5B2B7367DC6}"/>
              </a:ext>
            </a:extLst>
          </p:cNvPr>
          <p:cNvCxnSpPr>
            <a:cxnSpLocks/>
          </p:cNvCxnSpPr>
          <p:nvPr/>
        </p:nvCxnSpPr>
        <p:spPr>
          <a:xfrm>
            <a:off x="2043876" y="3799788"/>
            <a:ext cx="69919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6064AE46-EE59-4C8B-B68C-FF1CD03CEF57}"/>
                  </a:ext>
                </a:extLst>
              </p14:cNvPr>
              <p14:cNvContentPartPr/>
              <p14:nvPr/>
            </p14:nvContentPartPr>
            <p14:xfrm>
              <a:off x="3986822" y="3799788"/>
              <a:ext cx="301680" cy="648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6064AE46-EE59-4C8B-B68C-FF1CD03CEF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3182" y="3692148"/>
                <a:ext cx="409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1CAF665F-FC54-4786-AB3B-1778FA50E28F}"/>
                  </a:ext>
                </a:extLst>
              </p14:cNvPr>
              <p14:cNvContentPartPr/>
              <p14:nvPr/>
            </p14:nvContentPartPr>
            <p14:xfrm>
              <a:off x="4994822" y="3795108"/>
              <a:ext cx="360" cy="36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1CAF665F-FC54-4786-AB3B-1778FA50E2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082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4" name="Freihand 63">
                <a:extLst>
                  <a:ext uri="{FF2B5EF4-FFF2-40B4-BE49-F238E27FC236}">
                    <a16:creationId xmlns:a16="http://schemas.microsoft.com/office/drawing/2014/main" id="{DAE62542-C58E-488B-9018-90B3A9308E08}"/>
                  </a:ext>
                </a:extLst>
              </p14:cNvPr>
              <p14:cNvContentPartPr/>
              <p14:nvPr/>
            </p14:nvContentPartPr>
            <p14:xfrm>
              <a:off x="4876382" y="3795108"/>
              <a:ext cx="360" cy="360"/>
            </p14:xfrm>
          </p:contentPart>
        </mc:Choice>
        <mc:Fallback xmlns="">
          <p:pic>
            <p:nvPicPr>
              <p:cNvPr id="64" name="Freihand 63">
                <a:extLst>
                  <a:ext uri="{FF2B5EF4-FFF2-40B4-BE49-F238E27FC236}">
                    <a16:creationId xmlns:a16="http://schemas.microsoft.com/office/drawing/2014/main" id="{DAE62542-C58E-488B-9018-90B3A9308E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274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Freihand 64">
                <a:extLst>
                  <a:ext uri="{FF2B5EF4-FFF2-40B4-BE49-F238E27FC236}">
                    <a16:creationId xmlns:a16="http://schemas.microsoft.com/office/drawing/2014/main" id="{282E635D-7B6E-4985-92A6-9C670CA55C98}"/>
                  </a:ext>
                </a:extLst>
              </p14:cNvPr>
              <p14:cNvContentPartPr/>
              <p14:nvPr/>
            </p14:nvContentPartPr>
            <p14:xfrm>
              <a:off x="5107502" y="3795108"/>
              <a:ext cx="360" cy="360"/>
            </p14:xfrm>
          </p:contentPart>
        </mc:Choice>
        <mc:Fallback xmlns="">
          <p:pic>
            <p:nvPicPr>
              <p:cNvPr id="65" name="Freihand 64">
                <a:extLst>
                  <a:ext uri="{FF2B5EF4-FFF2-40B4-BE49-F238E27FC236}">
                    <a16:creationId xmlns:a16="http://schemas.microsoft.com/office/drawing/2014/main" id="{282E635D-7B6E-4985-92A6-9C670CA55C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386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7CEC7F09-FE4B-481E-AB14-6FF7A21510E3}"/>
                  </a:ext>
                </a:extLst>
              </p14:cNvPr>
              <p14:cNvContentPartPr/>
              <p14:nvPr/>
            </p14:nvContentPartPr>
            <p14:xfrm>
              <a:off x="4950542" y="3795108"/>
              <a:ext cx="360" cy="360"/>
            </p14:xfrm>
          </p:contentPart>
        </mc:Choice>
        <mc:Fallback xmlns=""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7CEC7F09-FE4B-481E-AB14-6FF7A21510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9654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Freihand 66">
                <a:extLst>
                  <a:ext uri="{FF2B5EF4-FFF2-40B4-BE49-F238E27FC236}">
                    <a16:creationId xmlns:a16="http://schemas.microsoft.com/office/drawing/2014/main" id="{0C0074DB-13AF-4C1B-97BF-BA5A5D4D3829}"/>
                  </a:ext>
                </a:extLst>
              </p14:cNvPr>
              <p14:cNvContentPartPr/>
              <p14:nvPr/>
            </p14:nvContentPartPr>
            <p14:xfrm>
              <a:off x="5043782" y="3795108"/>
              <a:ext cx="360" cy="360"/>
            </p14:xfrm>
          </p:contentPart>
        </mc:Choice>
        <mc:Fallback xmlns="">
          <p:pic>
            <p:nvPicPr>
              <p:cNvPr id="67" name="Freihand 66">
                <a:extLst>
                  <a:ext uri="{FF2B5EF4-FFF2-40B4-BE49-F238E27FC236}">
                    <a16:creationId xmlns:a16="http://schemas.microsoft.com/office/drawing/2014/main" id="{0C0074DB-13AF-4C1B-97BF-BA5A5D4D38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978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8" name="Freihand 67">
                <a:extLst>
                  <a:ext uri="{FF2B5EF4-FFF2-40B4-BE49-F238E27FC236}">
                    <a16:creationId xmlns:a16="http://schemas.microsoft.com/office/drawing/2014/main" id="{34B16B45-B16E-4699-AE66-BBDCBEB6CDFB}"/>
                  </a:ext>
                </a:extLst>
              </p14:cNvPr>
              <p14:cNvContentPartPr/>
              <p14:nvPr/>
            </p14:nvContentPartPr>
            <p14:xfrm>
              <a:off x="5215862" y="3795108"/>
              <a:ext cx="360" cy="360"/>
            </p14:xfrm>
          </p:contentPart>
        </mc:Choice>
        <mc:Fallback xmlns="">
          <p:pic>
            <p:nvPicPr>
              <p:cNvPr id="68" name="Freihand 67">
                <a:extLst>
                  <a:ext uri="{FF2B5EF4-FFF2-40B4-BE49-F238E27FC236}">
                    <a16:creationId xmlns:a16="http://schemas.microsoft.com/office/drawing/2014/main" id="{34B16B45-B16E-4699-AE66-BBDCBEB6CD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186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A865D27B-379B-4EA9-B11A-DD3A0F8839CB}"/>
                  </a:ext>
                </a:extLst>
              </p14:cNvPr>
              <p14:cNvContentPartPr/>
              <p14:nvPr/>
            </p14:nvContentPartPr>
            <p14:xfrm>
              <a:off x="4778102" y="3795108"/>
              <a:ext cx="360" cy="36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A865D27B-379B-4EA9-B11A-DD3A0F8839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2446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D5B4CB89-AE6B-4FD4-A199-08CF9C487E44}"/>
                  </a:ext>
                </a:extLst>
              </p14:cNvPr>
              <p14:cNvContentPartPr/>
              <p14:nvPr/>
            </p14:nvContentPartPr>
            <p14:xfrm>
              <a:off x="4709342" y="3795108"/>
              <a:ext cx="360" cy="36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D5B4CB89-AE6B-4FD4-A199-08CF9C487E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534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35F31C5A-8104-4E88-8488-83C1BE0396CA}"/>
                  </a:ext>
                </a:extLst>
              </p14:cNvPr>
              <p14:cNvContentPartPr/>
              <p14:nvPr/>
            </p14:nvContentPartPr>
            <p14:xfrm>
              <a:off x="4635542" y="3795108"/>
              <a:ext cx="360" cy="36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35F31C5A-8104-4E88-8488-83C1BE0396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8190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E7EF3B87-A52D-4A6D-BD5C-D589B25FA0C7}"/>
                  </a:ext>
                </a:extLst>
              </p14:cNvPr>
              <p14:cNvContentPartPr/>
              <p14:nvPr/>
            </p14:nvContentPartPr>
            <p14:xfrm>
              <a:off x="5319182" y="3795108"/>
              <a:ext cx="360" cy="3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E7EF3B87-A52D-4A6D-BD5C-D589B25FA0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6518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3BC5DF36-5FAE-4179-B622-98923EA64E81}"/>
                  </a:ext>
                </a:extLst>
              </p14:cNvPr>
              <p14:cNvContentPartPr/>
              <p14:nvPr/>
            </p14:nvContentPartPr>
            <p14:xfrm>
              <a:off x="5427182" y="3795108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3BC5DF36-5FAE-4179-B622-98923EA64E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7354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7EF52F73-4AAC-4FF9-B8A3-BAFEE4C69D85}"/>
                  </a:ext>
                </a:extLst>
              </p14:cNvPr>
              <p14:cNvContentPartPr/>
              <p14:nvPr/>
            </p14:nvContentPartPr>
            <p14:xfrm>
              <a:off x="4360502" y="3809868"/>
              <a:ext cx="360" cy="3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7EF52F73-4AAC-4FF9-B8A3-BAFEE4C69D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06502" y="37018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F377BCB6-B702-4D82-BD3B-0191335A03E4}"/>
                  </a:ext>
                </a:extLst>
              </p14:cNvPr>
              <p14:cNvContentPartPr/>
              <p14:nvPr/>
            </p14:nvContentPartPr>
            <p14:xfrm>
              <a:off x="4424222" y="3809868"/>
              <a:ext cx="360" cy="3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F377BCB6-B702-4D82-BD3B-0191335A03E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70222" y="37018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2B95781F-A583-405C-93AB-61418E4FCBD8}"/>
                  </a:ext>
                </a:extLst>
              </p14:cNvPr>
              <p14:cNvContentPartPr/>
              <p14:nvPr/>
            </p14:nvContentPartPr>
            <p14:xfrm>
              <a:off x="4512782" y="3804828"/>
              <a:ext cx="360" cy="3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2B95781F-A583-405C-93AB-61418E4FCBD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59142" y="369718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899F7679-137E-4F8D-A6F4-67EFB1CDAB60}"/>
                  </a:ext>
                </a:extLst>
              </p14:cNvPr>
              <p14:cNvContentPartPr/>
              <p14:nvPr/>
            </p14:nvContentPartPr>
            <p14:xfrm>
              <a:off x="3845342" y="3790068"/>
              <a:ext cx="692280" cy="2088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899F7679-137E-4F8D-A6F4-67EFB1CDAB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91342" y="3682428"/>
                <a:ext cx="799920" cy="2365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2FB013C5-0667-57A9-7601-851378793A96}"/>
              </a:ext>
            </a:extLst>
          </p:cNvPr>
          <p:cNvSpPr txBox="1"/>
          <p:nvPr/>
        </p:nvSpPr>
        <p:spPr>
          <a:xfrm>
            <a:off x="731520" y="518160"/>
            <a:ext cx="733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The </a:t>
            </a:r>
            <a:r>
              <a:rPr lang="de-DE" sz="2400" dirty="0" err="1"/>
              <a:t>wave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of a </a:t>
            </a:r>
            <a:r>
              <a:rPr lang="de-DE" sz="2400" dirty="0" err="1"/>
              <a:t>single</a:t>
            </a:r>
            <a:r>
              <a:rPr lang="de-DE" sz="2400" dirty="0"/>
              <a:t> </a:t>
            </a:r>
            <a:r>
              <a:rPr lang="de-DE" sz="2400" dirty="0" err="1"/>
              <a:t>particle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easily</a:t>
            </a:r>
            <a:r>
              <a:rPr lang="de-DE" sz="2400" dirty="0"/>
              <a:t> </a:t>
            </a:r>
            <a:r>
              <a:rPr lang="de-DE" sz="2400" dirty="0" err="1"/>
              <a:t>interfere</a:t>
            </a:r>
            <a:r>
              <a:rPr lang="de-DE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35844B9-B739-F049-6C6D-64A3B6BA79FE}"/>
                  </a:ext>
                </a:extLst>
              </p:cNvPr>
              <p:cNvSpPr txBox="1"/>
              <p:nvPr/>
            </p:nvSpPr>
            <p:spPr>
              <a:xfrm>
                <a:off x="9434051" y="3667647"/>
                <a:ext cx="30131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35844B9-B739-F049-6C6D-64A3B6BA7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051" y="3667647"/>
                <a:ext cx="301316" cy="307777"/>
              </a:xfrm>
              <a:prstGeom prst="rect">
                <a:avLst/>
              </a:prstGeom>
              <a:blipFill>
                <a:blip r:embed="rId23"/>
                <a:stretch>
                  <a:fillRect l="-12245" r="-10204" b="-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0FBD802-766E-97DA-2140-EE1CB8638C2A}"/>
                  </a:ext>
                </a:extLst>
              </p:cNvPr>
              <p:cNvSpPr txBox="1"/>
              <p:nvPr/>
            </p:nvSpPr>
            <p:spPr>
              <a:xfrm>
                <a:off x="4226845" y="2648291"/>
                <a:ext cx="7191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0FBD802-766E-97DA-2140-EE1CB8638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845" y="2648291"/>
                <a:ext cx="719108" cy="369332"/>
              </a:xfrm>
              <a:prstGeom prst="rect">
                <a:avLst/>
              </a:prstGeom>
              <a:blipFill>
                <a:blip r:embed="rId24"/>
                <a:stretch>
                  <a:fillRect l="-14407" r="-15254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43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69B2E61-DE78-4FD2-A2E1-A5B2B7367DC6}"/>
              </a:ext>
            </a:extLst>
          </p:cNvPr>
          <p:cNvCxnSpPr>
            <a:cxnSpLocks/>
          </p:cNvCxnSpPr>
          <p:nvPr/>
        </p:nvCxnSpPr>
        <p:spPr>
          <a:xfrm>
            <a:off x="2043876" y="3799788"/>
            <a:ext cx="699196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EDAEE491-D8A3-4EC3-811E-B5A757C984D6}"/>
                  </a:ext>
                </a:extLst>
              </p14:cNvPr>
              <p14:cNvContentPartPr/>
              <p14:nvPr/>
            </p14:nvContentPartPr>
            <p14:xfrm>
              <a:off x="3824462" y="3795108"/>
              <a:ext cx="360" cy="36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EDAEE491-D8A3-4EC3-811E-B5A757C984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0462" y="3687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D4C3242D-D0F8-482C-9115-AD3E43323130}"/>
                  </a:ext>
                </a:extLst>
              </p14:cNvPr>
              <p14:cNvContentPartPr/>
              <p14:nvPr/>
            </p14:nvContentPartPr>
            <p14:xfrm>
              <a:off x="4050542" y="3800148"/>
              <a:ext cx="360" cy="36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D4C3242D-D0F8-482C-9115-AD3E433231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6902" y="36921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13E297A9-8D80-4CCC-AB1E-68528F1DAE08}"/>
                  </a:ext>
                </a:extLst>
              </p14:cNvPr>
              <p14:cNvContentPartPr/>
              <p14:nvPr/>
            </p14:nvContentPartPr>
            <p14:xfrm>
              <a:off x="4114622" y="3800148"/>
              <a:ext cx="360" cy="36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13E297A9-8D80-4CCC-AB1E-68528F1DAE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0622" y="36921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1EB9F423-00FD-4C69-87BF-7C2C100C9144}"/>
                  </a:ext>
                </a:extLst>
              </p14:cNvPr>
              <p14:cNvContentPartPr/>
              <p14:nvPr/>
            </p14:nvContentPartPr>
            <p14:xfrm>
              <a:off x="4296422" y="3800148"/>
              <a:ext cx="170640" cy="36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1EB9F423-00FD-4C69-87BF-7C2C100C91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42782" y="3692148"/>
                <a:ext cx="278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F55273F0-43B6-405E-B17E-DA04E675453D}"/>
                  </a:ext>
                </a:extLst>
              </p14:cNvPr>
              <p14:cNvContentPartPr/>
              <p14:nvPr/>
            </p14:nvContentPartPr>
            <p14:xfrm>
              <a:off x="4655342" y="3800148"/>
              <a:ext cx="360" cy="36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F55273F0-43B6-405E-B17E-DA04E67545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1342" y="36921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CC3A7171-83A6-4DA3-8A99-941E91C668B6}"/>
                  </a:ext>
                </a:extLst>
              </p14:cNvPr>
              <p14:cNvContentPartPr/>
              <p14:nvPr/>
            </p14:nvContentPartPr>
            <p14:xfrm>
              <a:off x="4724102" y="3800148"/>
              <a:ext cx="360" cy="3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CC3A7171-83A6-4DA3-8A99-941E91C668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0102" y="36921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573692EF-DA04-4495-BACF-11203F8A0C21}"/>
                  </a:ext>
                </a:extLst>
              </p14:cNvPr>
              <p14:cNvContentPartPr/>
              <p14:nvPr/>
            </p14:nvContentPartPr>
            <p14:xfrm>
              <a:off x="4827022" y="3800148"/>
              <a:ext cx="360" cy="36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573692EF-DA04-4495-BACF-11203F8A0C2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3022" y="36921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877CAE9D-13BF-4C3D-8804-511ABA95FF5D}"/>
                  </a:ext>
                </a:extLst>
              </p14:cNvPr>
              <p14:cNvContentPartPr/>
              <p14:nvPr/>
            </p14:nvContentPartPr>
            <p14:xfrm>
              <a:off x="5092742" y="3799668"/>
              <a:ext cx="48600" cy="36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877CAE9D-13BF-4C3D-8804-511ABA95FF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38339" y="3691668"/>
                <a:ext cx="157043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C13E596E-228F-4D69-8437-62D63E636A74}"/>
                  </a:ext>
                </a:extLst>
              </p14:cNvPr>
              <p14:cNvContentPartPr/>
              <p14:nvPr/>
            </p14:nvContentPartPr>
            <p14:xfrm>
              <a:off x="5328902" y="3804748"/>
              <a:ext cx="360" cy="36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C13E596E-228F-4D69-8437-62D63E636A7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74902" y="3696748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D984B7DF-A7F1-5A43-5ED8-6F04103DBA08}"/>
              </a:ext>
            </a:extLst>
          </p:cNvPr>
          <p:cNvSpPr txBox="1"/>
          <p:nvPr/>
        </p:nvSpPr>
        <p:spPr>
          <a:xfrm>
            <a:off x="731520" y="518160"/>
            <a:ext cx="733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The </a:t>
            </a:r>
            <a:r>
              <a:rPr lang="de-DE" sz="2400" dirty="0" err="1"/>
              <a:t>wave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of a </a:t>
            </a:r>
            <a:r>
              <a:rPr lang="de-DE" sz="2400" dirty="0" err="1"/>
              <a:t>single</a:t>
            </a:r>
            <a:r>
              <a:rPr lang="de-DE" sz="2400" dirty="0"/>
              <a:t> </a:t>
            </a:r>
            <a:r>
              <a:rPr lang="de-DE" sz="2400" dirty="0" err="1"/>
              <a:t>particle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easily</a:t>
            </a:r>
            <a:r>
              <a:rPr lang="de-DE" sz="2400" dirty="0"/>
              <a:t> </a:t>
            </a:r>
            <a:r>
              <a:rPr lang="de-DE" sz="2400" dirty="0" err="1"/>
              <a:t>interfere</a:t>
            </a:r>
            <a:r>
              <a:rPr lang="de-DE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2EDC209-9A97-5A86-5EF3-74A41F768B50}"/>
                  </a:ext>
                </a:extLst>
              </p:cNvPr>
              <p:cNvSpPr txBox="1"/>
              <p:nvPr/>
            </p:nvSpPr>
            <p:spPr>
              <a:xfrm>
                <a:off x="9434051" y="3667647"/>
                <a:ext cx="30131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2EDC209-9A97-5A86-5EF3-74A41F768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051" y="3667647"/>
                <a:ext cx="301316" cy="307777"/>
              </a:xfrm>
              <a:prstGeom prst="rect">
                <a:avLst/>
              </a:prstGeom>
              <a:blipFill>
                <a:blip r:embed="rId16"/>
                <a:stretch>
                  <a:fillRect l="-12245" r="-10204" b="-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F8D85799-442E-C0C7-7DDB-6159C549B173}"/>
                  </a:ext>
                </a:extLst>
              </p:cNvPr>
              <p:cNvSpPr txBox="1"/>
              <p:nvPr/>
            </p:nvSpPr>
            <p:spPr>
              <a:xfrm>
                <a:off x="4226845" y="2648291"/>
                <a:ext cx="7191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F8D85799-442E-C0C7-7DDB-6159C549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845" y="2648291"/>
                <a:ext cx="719108" cy="369332"/>
              </a:xfrm>
              <a:prstGeom prst="rect">
                <a:avLst/>
              </a:prstGeom>
              <a:blipFill>
                <a:blip r:embed="rId17"/>
                <a:stretch>
                  <a:fillRect l="-14407" r="-15254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58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A04D661F-1584-4D3E-A924-D79997290D58}"/>
              </a:ext>
            </a:extLst>
          </p:cNvPr>
          <p:cNvSpPr/>
          <p:nvPr/>
        </p:nvSpPr>
        <p:spPr>
          <a:xfrm>
            <a:off x="1352730" y="5206649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3C027D3-C481-4168-9F96-E0899F02C5D0}"/>
              </a:ext>
            </a:extLst>
          </p:cNvPr>
          <p:cNvSpPr/>
          <p:nvPr/>
        </p:nvSpPr>
        <p:spPr>
          <a:xfrm>
            <a:off x="1339217" y="3427996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C0974B-EE91-441B-B1DD-58F2A33A7AC6}"/>
              </a:ext>
            </a:extLst>
          </p:cNvPr>
          <p:cNvSpPr/>
          <p:nvPr/>
        </p:nvSpPr>
        <p:spPr>
          <a:xfrm>
            <a:off x="1339217" y="178057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0" name="Gruppieren 29"/>
          <p:cNvGrpSpPr/>
          <p:nvPr/>
        </p:nvGrpSpPr>
        <p:grpSpPr>
          <a:xfrm>
            <a:off x="405303" y="1780576"/>
            <a:ext cx="934381" cy="4429400"/>
            <a:chOff x="788640" y="1793955"/>
            <a:chExt cx="934381" cy="4429400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795723" y="3426380"/>
              <a:ext cx="926831" cy="995718"/>
              <a:chOff x="9659259" y="2467429"/>
              <a:chExt cx="959220" cy="1030514"/>
            </a:xfrm>
          </p:grpSpPr>
          <p:sp>
            <p:nvSpPr>
              <p:cNvPr id="47" name="Cube 46"/>
              <p:cNvSpPr/>
              <p:nvPr/>
            </p:nvSpPr>
            <p:spPr>
              <a:xfrm>
                <a:off x="9659259" y="2467429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Halbbogen 47"/>
              <p:cNvSpPr/>
              <p:nvPr/>
            </p:nvSpPr>
            <p:spPr>
              <a:xfrm>
                <a:off x="9768115" y="2671221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Pfeil: nach oben 48"/>
              <p:cNvSpPr/>
              <p:nvPr/>
            </p:nvSpPr>
            <p:spPr>
              <a:xfrm>
                <a:off x="10064542" y="2698765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10064542" y="2960980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788640" y="1793955"/>
              <a:ext cx="934381" cy="1003830"/>
              <a:chOff x="9653281" y="4132556"/>
              <a:chExt cx="959220" cy="1030514"/>
            </a:xfrm>
          </p:grpSpPr>
          <p:sp>
            <p:nvSpPr>
              <p:cNvPr id="43" name="Cube 42"/>
              <p:cNvSpPr/>
              <p:nvPr/>
            </p:nvSpPr>
            <p:spPr>
              <a:xfrm>
                <a:off x="9653281" y="413255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Halbbogen 43"/>
              <p:cNvSpPr/>
              <p:nvPr/>
            </p:nvSpPr>
            <p:spPr>
              <a:xfrm>
                <a:off x="9762137" y="433634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Pfeil: nach oben 44"/>
              <p:cNvSpPr/>
              <p:nvPr/>
            </p:nvSpPr>
            <p:spPr>
              <a:xfrm rot="18896695">
                <a:off x="9964222" y="4392920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10058564" y="4626107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8" name="Gruppieren 37"/>
            <p:cNvGrpSpPr/>
            <p:nvPr/>
          </p:nvGrpSpPr>
          <p:grpSpPr>
            <a:xfrm>
              <a:off x="788640" y="5220028"/>
              <a:ext cx="933914" cy="1003327"/>
              <a:chOff x="9749657" y="5505086"/>
              <a:chExt cx="959220" cy="1030514"/>
            </a:xfrm>
          </p:grpSpPr>
          <p:sp>
            <p:nvSpPr>
              <p:cNvPr id="39" name="Cube 38"/>
              <p:cNvSpPr/>
              <p:nvPr/>
            </p:nvSpPr>
            <p:spPr>
              <a:xfrm>
                <a:off x="9749657" y="550508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Halbbogen 39"/>
              <p:cNvSpPr/>
              <p:nvPr/>
            </p:nvSpPr>
            <p:spPr>
              <a:xfrm>
                <a:off x="9858513" y="570887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Pfeil: nach oben 40"/>
              <p:cNvSpPr/>
              <p:nvPr/>
            </p:nvSpPr>
            <p:spPr>
              <a:xfrm rot="2731125">
                <a:off x="10233924" y="5795216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10133169" y="6020408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C90E150-CCE7-471A-B5EA-9EDF02C017F4}"/>
              </a:ext>
            </a:extLst>
          </p:cNvPr>
          <p:cNvCxnSpPr>
            <a:cxnSpLocks/>
          </p:cNvCxnSpPr>
          <p:nvPr/>
        </p:nvCxnSpPr>
        <p:spPr>
          <a:xfrm>
            <a:off x="1509580" y="3883961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DCFBA21E-19DD-44B9-9A9A-90C30678850B}"/>
              </a:ext>
            </a:extLst>
          </p:cNvPr>
          <p:cNvSpPr/>
          <p:nvPr/>
        </p:nvSpPr>
        <p:spPr>
          <a:xfrm>
            <a:off x="1614008" y="276161"/>
            <a:ext cx="2645009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159B08CF-2B98-4D5E-9A31-CAA423FAF6CC}"/>
              </a:ext>
            </a:extLst>
          </p:cNvPr>
          <p:cNvSpPr/>
          <p:nvPr/>
        </p:nvSpPr>
        <p:spPr>
          <a:xfrm>
            <a:off x="6460426" y="276161"/>
            <a:ext cx="2645009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0BB0BDC1-7428-459D-9AD7-82283924166A}"/>
              </a:ext>
            </a:extLst>
          </p:cNvPr>
          <p:cNvSpPr/>
          <p:nvPr/>
        </p:nvSpPr>
        <p:spPr>
          <a:xfrm>
            <a:off x="5219633" y="506455"/>
            <a:ext cx="890876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29750B68-A4AD-48AC-BA3F-4DF358B9F008}"/>
              </a:ext>
            </a:extLst>
          </p:cNvPr>
          <p:cNvSpPr/>
          <p:nvPr/>
        </p:nvSpPr>
        <p:spPr>
          <a:xfrm>
            <a:off x="4371873" y="3619399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42E6D9B-F65C-4B97-8A35-91495ADA7C18}"/>
              </a:ext>
            </a:extLst>
          </p:cNvPr>
          <p:cNvSpPr/>
          <p:nvPr/>
        </p:nvSpPr>
        <p:spPr>
          <a:xfrm>
            <a:off x="5174233" y="3604518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4B7FADE-A032-4E4F-BD22-8D868652F991}"/>
                  </a:ext>
                </a:extLst>
              </p:cNvPr>
              <p:cNvSpPr txBox="1"/>
              <p:nvPr/>
            </p:nvSpPr>
            <p:spPr>
              <a:xfrm>
                <a:off x="9789160" y="1949191"/>
                <a:ext cx="12021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2800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4B7FADE-A032-4E4F-BD22-8D868652F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160" y="1949191"/>
                <a:ext cx="120218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BFC4FB9-856F-4CDA-9591-DE0C38507B6E}"/>
                  </a:ext>
                </a:extLst>
              </p:cNvPr>
              <p:cNvSpPr txBox="1"/>
              <p:nvPr/>
            </p:nvSpPr>
            <p:spPr>
              <a:xfrm>
                <a:off x="8260080" y="3540556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BFC4FB9-856F-4CDA-9591-DE0C38507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80" y="3540556"/>
                <a:ext cx="201722" cy="307777"/>
              </a:xfrm>
              <a:prstGeom prst="rect">
                <a:avLst/>
              </a:prstGeom>
              <a:blipFill>
                <a:blip r:embed="rId5"/>
                <a:stretch>
                  <a:fillRect l="-15152" r="-12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A87582EE-9B55-4CB8-9D92-CD5E72517C46}"/>
              </a:ext>
            </a:extLst>
          </p:cNvPr>
          <p:cNvCxnSpPr>
            <a:cxnSpLocks/>
          </p:cNvCxnSpPr>
          <p:nvPr/>
        </p:nvCxnSpPr>
        <p:spPr>
          <a:xfrm flipV="1">
            <a:off x="5042281" y="1396719"/>
            <a:ext cx="0" cy="52142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E081B17B-0339-438C-B2AA-DA3B04ECC6F8}"/>
                  </a:ext>
                </a:extLst>
              </p:cNvPr>
              <p:cNvSpPr txBox="1"/>
              <p:nvPr/>
            </p:nvSpPr>
            <p:spPr>
              <a:xfrm>
                <a:off x="4698629" y="1325767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E081B17B-0339-438C-B2AA-DA3B04ECC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629" y="1325767"/>
                <a:ext cx="206339" cy="307777"/>
              </a:xfrm>
              <a:prstGeom prst="rect">
                <a:avLst/>
              </a:prstGeom>
              <a:blipFill>
                <a:blip r:embed="rId6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277066A8-2083-8104-FEA2-361CFE42C1FD}"/>
              </a:ext>
            </a:extLst>
          </p:cNvPr>
          <p:cNvSpPr txBox="1"/>
          <p:nvPr/>
        </p:nvSpPr>
        <p:spPr>
          <a:xfrm>
            <a:off x="412386" y="337404"/>
            <a:ext cx="11558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 the </a:t>
            </a:r>
            <a:r>
              <a:rPr lang="de-DE" sz="2400" dirty="0" err="1"/>
              <a:t>particle</a:t>
            </a:r>
            <a:r>
              <a:rPr lang="de-DE" sz="2400" dirty="0"/>
              <a:t> </a:t>
            </a:r>
            <a:r>
              <a:rPr lang="de-DE" sz="2400" dirty="0" err="1"/>
              <a:t>interacts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a </a:t>
            </a:r>
            <a:r>
              <a:rPr lang="de-DE" sz="2400" dirty="0" err="1"/>
              <a:t>measurement</a:t>
            </a:r>
            <a:r>
              <a:rPr lang="de-DE" sz="2400" dirty="0"/>
              <a:t> </a:t>
            </a:r>
            <a:r>
              <a:rPr lang="de-DE" sz="2400" dirty="0" err="1"/>
              <a:t>device</a:t>
            </a:r>
            <a:r>
              <a:rPr lang="de-DE" sz="2400" dirty="0"/>
              <a:t>, </a:t>
            </a:r>
            <a:r>
              <a:rPr lang="de-DE" sz="2400" dirty="0" err="1"/>
              <a:t>we</a:t>
            </a:r>
            <a:r>
              <a:rPr lang="de-DE" sz="2400" dirty="0"/>
              <a:t> </a:t>
            </a:r>
            <a:r>
              <a:rPr lang="de-DE" sz="2400" dirty="0" err="1"/>
              <a:t>have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consider</a:t>
            </a:r>
            <a:r>
              <a:rPr lang="de-DE" sz="2400" dirty="0"/>
              <a:t> </a:t>
            </a:r>
            <a:r>
              <a:rPr lang="de-DE" sz="2400" dirty="0" err="1"/>
              <a:t>their</a:t>
            </a:r>
            <a:r>
              <a:rPr lang="de-DE" sz="2400" dirty="0"/>
              <a:t> </a:t>
            </a:r>
            <a:r>
              <a:rPr lang="de-DE" sz="2400" dirty="0" err="1"/>
              <a:t>common</a:t>
            </a:r>
            <a:r>
              <a:rPr lang="de-DE" sz="2400" dirty="0"/>
              <a:t> </a:t>
            </a:r>
            <a:r>
              <a:rPr lang="de-DE" sz="2400" dirty="0" err="1"/>
              <a:t>wave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on </a:t>
            </a:r>
            <a:r>
              <a:rPr lang="de-DE" sz="2400" dirty="0" err="1"/>
              <a:t>configuration</a:t>
            </a:r>
            <a:r>
              <a:rPr lang="de-DE" sz="2400" dirty="0"/>
              <a:t> </a:t>
            </a:r>
            <a:r>
              <a:rPr lang="de-DE" sz="2400" dirty="0" err="1"/>
              <a:t>space</a:t>
            </a:r>
            <a:r>
              <a:rPr lang="de-DE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287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A04D661F-1584-4D3E-A924-D79997290D58}"/>
              </a:ext>
            </a:extLst>
          </p:cNvPr>
          <p:cNvSpPr/>
          <p:nvPr/>
        </p:nvSpPr>
        <p:spPr>
          <a:xfrm>
            <a:off x="1352730" y="5206649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3C027D3-C481-4168-9F96-E0899F02C5D0}"/>
              </a:ext>
            </a:extLst>
          </p:cNvPr>
          <p:cNvSpPr/>
          <p:nvPr/>
        </p:nvSpPr>
        <p:spPr>
          <a:xfrm>
            <a:off x="1339217" y="3427996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C0974B-EE91-441B-B1DD-58F2A33A7AC6}"/>
              </a:ext>
            </a:extLst>
          </p:cNvPr>
          <p:cNvSpPr/>
          <p:nvPr/>
        </p:nvSpPr>
        <p:spPr>
          <a:xfrm>
            <a:off x="1339217" y="178057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0" name="Gruppieren 29"/>
          <p:cNvGrpSpPr/>
          <p:nvPr/>
        </p:nvGrpSpPr>
        <p:grpSpPr>
          <a:xfrm>
            <a:off x="405303" y="1780576"/>
            <a:ext cx="934381" cy="4429400"/>
            <a:chOff x="788640" y="1793955"/>
            <a:chExt cx="934381" cy="4429400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795723" y="3426380"/>
              <a:ext cx="926831" cy="995718"/>
              <a:chOff x="9659259" y="2467429"/>
              <a:chExt cx="959220" cy="1030514"/>
            </a:xfrm>
          </p:grpSpPr>
          <p:sp>
            <p:nvSpPr>
              <p:cNvPr id="47" name="Cube 46"/>
              <p:cNvSpPr/>
              <p:nvPr/>
            </p:nvSpPr>
            <p:spPr>
              <a:xfrm>
                <a:off x="9659259" y="2467429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Halbbogen 47"/>
              <p:cNvSpPr/>
              <p:nvPr/>
            </p:nvSpPr>
            <p:spPr>
              <a:xfrm>
                <a:off x="9768115" y="2671221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Pfeil: nach oben 48"/>
              <p:cNvSpPr/>
              <p:nvPr/>
            </p:nvSpPr>
            <p:spPr>
              <a:xfrm>
                <a:off x="10064542" y="2698765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10064542" y="2960980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788640" y="1793955"/>
              <a:ext cx="934381" cy="1003830"/>
              <a:chOff x="9653281" y="4132556"/>
              <a:chExt cx="959220" cy="1030514"/>
            </a:xfrm>
          </p:grpSpPr>
          <p:sp>
            <p:nvSpPr>
              <p:cNvPr id="43" name="Cube 42"/>
              <p:cNvSpPr/>
              <p:nvPr/>
            </p:nvSpPr>
            <p:spPr>
              <a:xfrm>
                <a:off x="9653281" y="413255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Halbbogen 43"/>
              <p:cNvSpPr/>
              <p:nvPr/>
            </p:nvSpPr>
            <p:spPr>
              <a:xfrm>
                <a:off x="9762137" y="433634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Pfeil: nach oben 44"/>
              <p:cNvSpPr/>
              <p:nvPr/>
            </p:nvSpPr>
            <p:spPr>
              <a:xfrm rot="18896695">
                <a:off x="9964222" y="4392920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10058564" y="4626107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8" name="Gruppieren 37"/>
            <p:cNvGrpSpPr/>
            <p:nvPr/>
          </p:nvGrpSpPr>
          <p:grpSpPr>
            <a:xfrm>
              <a:off x="788640" y="5220028"/>
              <a:ext cx="933914" cy="1003327"/>
              <a:chOff x="9749657" y="5505086"/>
              <a:chExt cx="959220" cy="1030514"/>
            </a:xfrm>
          </p:grpSpPr>
          <p:sp>
            <p:nvSpPr>
              <p:cNvPr id="39" name="Cube 38"/>
              <p:cNvSpPr/>
              <p:nvPr/>
            </p:nvSpPr>
            <p:spPr>
              <a:xfrm>
                <a:off x="9749657" y="550508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Halbbogen 39"/>
              <p:cNvSpPr/>
              <p:nvPr/>
            </p:nvSpPr>
            <p:spPr>
              <a:xfrm>
                <a:off x="9858513" y="570887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Pfeil: nach oben 40"/>
              <p:cNvSpPr/>
              <p:nvPr/>
            </p:nvSpPr>
            <p:spPr>
              <a:xfrm rot="2731125">
                <a:off x="10233924" y="5795216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10133169" y="6020408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C90E150-CCE7-471A-B5EA-9EDF02C017F4}"/>
              </a:ext>
            </a:extLst>
          </p:cNvPr>
          <p:cNvCxnSpPr>
            <a:cxnSpLocks/>
          </p:cNvCxnSpPr>
          <p:nvPr/>
        </p:nvCxnSpPr>
        <p:spPr>
          <a:xfrm>
            <a:off x="1509580" y="3883961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E41301AF-0351-4CA0-97B5-121431522B33}"/>
                  </a:ext>
                </a:extLst>
              </p:cNvPr>
              <p:cNvSpPr txBox="1"/>
              <p:nvPr/>
            </p:nvSpPr>
            <p:spPr>
              <a:xfrm>
                <a:off x="8871280" y="3636526"/>
                <a:ext cx="440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E41301AF-0351-4CA0-97B5-121431522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280" y="3636526"/>
                <a:ext cx="440762" cy="369332"/>
              </a:xfrm>
              <a:prstGeom prst="rect">
                <a:avLst/>
              </a:prstGeom>
              <a:blipFill>
                <a:blip r:embed="rId2"/>
                <a:stretch>
                  <a:fillRect l="-15068" t="-1667" r="-411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DCFBA21E-19DD-44B9-9A9A-90C30678850B}"/>
              </a:ext>
            </a:extLst>
          </p:cNvPr>
          <p:cNvSpPr/>
          <p:nvPr/>
        </p:nvSpPr>
        <p:spPr>
          <a:xfrm>
            <a:off x="1614008" y="276161"/>
            <a:ext cx="2645009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159B08CF-2B98-4D5E-9A31-CAA423FAF6CC}"/>
              </a:ext>
            </a:extLst>
          </p:cNvPr>
          <p:cNvSpPr/>
          <p:nvPr/>
        </p:nvSpPr>
        <p:spPr>
          <a:xfrm>
            <a:off x="6460426" y="276161"/>
            <a:ext cx="2645009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0BB0BDC1-7428-459D-9AD7-82283924166A}"/>
              </a:ext>
            </a:extLst>
          </p:cNvPr>
          <p:cNvSpPr/>
          <p:nvPr/>
        </p:nvSpPr>
        <p:spPr>
          <a:xfrm>
            <a:off x="5219633" y="506455"/>
            <a:ext cx="890876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50CFB6F6-0E44-439A-8D93-A43B50996951}"/>
                  </a:ext>
                </a:extLst>
              </p:cNvPr>
              <p:cNvSpPr txBox="1"/>
              <p:nvPr/>
            </p:nvSpPr>
            <p:spPr>
              <a:xfrm>
                <a:off x="5174233" y="761244"/>
                <a:ext cx="5904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50CFB6F6-0E44-439A-8D93-A43B50996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33" y="761244"/>
                <a:ext cx="590483" cy="369332"/>
              </a:xfrm>
              <a:prstGeom prst="rect">
                <a:avLst/>
              </a:prstGeom>
              <a:blipFill>
                <a:blip r:embed="rId3"/>
                <a:stretch>
                  <a:fillRect l="-12371" r="-3093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Ellipse 33">
            <a:extLst>
              <a:ext uri="{FF2B5EF4-FFF2-40B4-BE49-F238E27FC236}">
                <a16:creationId xmlns:a16="http://schemas.microsoft.com/office/drawing/2014/main" id="{29750B68-A4AD-48AC-BA3F-4DF358B9F008}"/>
              </a:ext>
            </a:extLst>
          </p:cNvPr>
          <p:cNvSpPr/>
          <p:nvPr/>
        </p:nvSpPr>
        <p:spPr>
          <a:xfrm>
            <a:off x="4371873" y="3619399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42E6D9B-F65C-4B97-8A35-91495ADA7C18}"/>
              </a:ext>
            </a:extLst>
          </p:cNvPr>
          <p:cNvSpPr/>
          <p:nvPr/>
        </p:nvSpPr>
        <p:spPr>
          <a:xfrm>
            <a:off x="5174233" y="3604518"/>
            <a:ext cx="558886" cy="5588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4B7FADE-A032-4E4F-BD22-8D868652F991}"/>
                  </a:ext>
                </a:extLst>
              </p:cNvPr>
              <p:cNvSpPr txBox="1"/>
              <p:nvPr/>
            </p:nvSpPr>
            <p:spPr>
              <a:xfrm>
                <a:off x="9789160" y="1949191"/>
                <a:ext cx="12021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2800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4B7FADE-A032-4E4F-BD22-8D868652F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160" y="1949191"/>
                <a:ext cx="120218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BFC4FB9-856F-4CDA-9591-DE0C38507B6E}"/>
                  </a:ext>
                </a:extLst>
              </p:cNvPr>
              <p:cNvSpPr txBox="1"/>
              <p:nvPr/>
            </p:nvSpPr>
            <p:spPr>
              <a:xfrm>
                <a:off x="8260080" y="3540556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BFC4FB9-856F-4CDA-9591-DE0C38507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80" y="3540556"/>
                <a:ext cx="201722" cy="307777"/>
              </a:xfrm>
              <a:prstGeom prst="rect">
                <a:avLst/>
              </a:prstGeom>
              <a:blipFill>
                <a:blip r:embed="rId5"/>
                <a:stretch>
                  <a:fillRect l="-15152" r="-12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A87582EE-9B55-4CB8-9D92-CD5E72517C46}"/>
              </a:ext>
            </a:extLst>
          </p:cNvPr>
          <p:cNvCxnSpPr>
            <a:cxnSpLocks/>
          </p:cNvCxnSpPr>
          <p:nvPr/>
        </p:nvCxnSpPr>
        <p:spPr>
          <a:xfrm flipV="1">
            <a:off x="5048864" y="1168401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E081B17B-0339-438C-B2AA-DA3B04ECC6F8}"/>
                  </a:ext>
                </a:extLst>
              </p:cNvPr>
              <p:cNvSpPr txBox="1"/>
              <p:nvPr/>
            </p:nvSpPr>
            <p:spPr>
              <a:xfrm>
                <a:off x="4782493" y="1246327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E081B17B-0339-438C-B2AA-DA3B04ECC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493" y="1246327"/>
                <a:ext cx="206339" cy="307777"/>
              </a:xfrm>
              <a:prstGeom prst="rect">
                <a:avLst/>
              </a:prstGeom>
              <a:blipFill>
                <a:blip r:embed="rId6"/>
                <a:stretch>
                  <a:fillRect l="-30303" r="-33333" b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96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>
            <a:extLst>
              <a:ext uri="{FF2B5EF4-FFF2-40B4-BE49-F238E27FC236}">
                <a16:creationId xmlns:a16="http://schemas.microsoft.com/office/drawing/2014/main" id="{F3AFE821-D33D-49ED-998F-1925C0ECD428}"/>
              </a:ext>
            </a:extLst>
          </p:cNvPr>
          <p:cNvSpPr/>
          <p:nvPr/>
        </p:nvSpPr>
        <p:spPr>
          <a:xfrm>
            <a:off x="1352730" y="5206649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915952D-6B1E-4E0E-B168-4B2F5AB76E09}"/>
              </a:ext>
            </a:extLst>
          </p:cNvPr>
          <p:cNvSpPr/>
          <p:nvPr/>
        </p:nvSpPr>
        <p:spPr>
          <a:xfrm>
            <a:off x="1339217" y="3427996"/>
            <a:ext cx="7381996" cy="88956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5517265-BBF7-43DE-8409-8CDD5A1BD9C8}"/>
              </a:ext>
            </a:extLst>
          </p:cNvPr>
          <p:cNvSpPr/>
          <p:nvPr/>
        </p:nvSpPr>
        <p:spPr>
          <a:xfrm>
            <a:off x="1339217" y="1780576"/>
            <a:ext cx="7337745" cy="911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68910F7-C133-4D69-B94C-0DDDD73973FA}"/>
              </a:ext>
            </a:extLst>
          </p:cNvPr>
          <p:cNvCxnSpPr>
            <a:cxnSpLocks/>
          </p:cNvCxnSpPr>
          <p:nvPr/>
        </p:nvCxnSpPr>
        <p:spPr>
          <a:xfrm flipV="1">
            <a:off x="5048864" y="1168401"/>
            <a:ext cx="0" cy="5369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pieren 29"/>
          <p:cNvGrpSpPr/>
          <p:nvPr/>
        </p:nvGrpSpPr>
        <p:grpSpPr>
          <a:xfrm>
            <a:off x="405303" y="1780576"/>
            <a:ext cx="934381" cy="4429400"/>
            <a:chOff x="788640" y="1793955"/>
            <a:chExt cx="934381" cy="4429400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795723" y="3426380"/>
              <a:ext cx="926831" cy="995718"/>
              <a:chOff x="9659259" y="2467429"/>
              <a:chExt cx="959220" cy="1030514"/>
            </a:xfrm>
          </p:grpSpPr>
          <p:sp>
            <p:nvSpPr>
              <p:cNvPr id="47" name="Cube 46"/>
              <p:cNvSpPr/>
              <p:nvPr/>
            </p:nvSpPr>
            <p:spPr>
              <a:xfrm>
                <a:off x="9659259" y="2467429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Halbbogen 47"/>
              <p:cNvSpPr/>
              <p:nvPr/>
            </p:nvSpPr>
            <p:spPr>
              <a:xfrm>
                <a:off x="9768115" y="2671221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Pfeil: nach oben 48"/>
              <p:cNvSpPr/>
              <p:nvPr/>
            </p:nvSpPr>
            <p:spPr>
              <a:xfrm>
                <a:off x="10064542" y="2698765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10064542" y="2960980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788640" y="1793955"/>
              <a:ext cx="934381" cy="1003830"/>
              <a:chOff x="9653281" y="4132556"/>
              <a:chExt cx="959220" cy="1030514"/>
            </a:xfrm>
          </p:grpSpPr>
          <p:sp>
            <p:nvSpPr>
              <p:cNvPr id="43" name="Cube 42"/>
              <p:cNvSpPr/>
              <p:nvPr/>
            </p:nvSpPr>
            <p:spPr>
              <a:xfrm>
                <a:off x="9653281" y="413255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Halbbogen 43"/>
              <p:cNvSpPr/>
              <p:nvPr/>
            </p:nvSpPr>
            <p:spPr>
              <a:xfrm>
                <a:off x="9762137" y="433634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Pfeil: nach oben 44"/>
              <p:cNvSpPr/>
              <p:nvPr/>
            </p:nvSpPr>
            <p:spPr>
              <a:xfrm rot="18896695">
                <a:off x="9964222" y="4392920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10058564" y="4626107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8" name="Gruppieren 37"/>
            <p:cNvGrpSpPr/>
            <p:nvPr/>
          </p:nvGrpSpPr>
          <p:grpSpPr>
            <a:xfrm>
              <a:off x="788640" y="5220028"/>
              <a:ext cx="933914" cy="1003327"/>
              <a:chOff x="9749657" y="5505086"/>
              <a:chExt cx="959220" cy="1030514"/>
            </a:xfrm>
          </p:grpSpPr>
          <p:sp>
            <p:nvSpPr>
              <p:cNvPr id="39" name="Cube 38"/>
              <p:cNvSpPr/>
              <p:nvPr/>
            </p:nvSpPr>
            <p:spPr>
              <a:xfrm>
                <a:off x="9749657" y="550508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Halbbogen 39"/>
              <p:cNvSpPr/>
              <p:nvPr/>
            </p:nvSpPr>
            <p:spPr>
              <a:xfrm>
                <a:off x="9858513" y="570887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Pfeil: nach oben 40"/>
              <p:cNvSpPr/>
              <p:nvPr/>
            </p:nvSpPr>
            <p:spPr>
              <a:xfrm rot="2731125">
                <a:off x="10233924" y="5795216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10133169" y="6020408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sp>
        <p:nvSpPr>
          <p:cNvPr id="5" name="Rechteck 4">
            <a:extLst>
              <a:ext uri="{FF2B5EF4-FFF2-40B4-BE49-F238E27FC236}">
                <a16:creationId xmlns:a16="http://schemas.microsoft.com/office/drawing/2014/main" id="{DCFBA21E-19DD-44B9-9A9A-90C30678850B}"/>
              </a:ext>
            </a:extLst>
          </p:cNvPr>
          <p:cNvSpPr/>
          <p:nvPr/>
        </p:nvSpPr>
        <p:spPr>
          <a:xfrm>
            <a:off x="1614008" y="276161"/>
            <a:ext cx="2645009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159B08CF-2B98-4D5E-9A31-CAA423FAF6CC}"/>
              </a:ext>
            </a:extLst>
          </p:cNvPr>
          <p:cNvSpPr/>
          <p:nvPr/>
        </p:nvSpPr>
        <p:spPr>
          <a:xfrm>
            <a:off x="6460426" y="276161"/>
            <a:ext cx="2645009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0BB0BDC1-7428-459D-9AD7-82283924166A}"/>
              </a:ext>
            </a:extLst>
          </p:cNvPr>
          <p:cNvSpPr/>
          <p:nvPr/>
        </p:nvSpPr>
        <p:spPr>
          <a:xfrm>
            <a:off x="5219633" y="506455"/>
            <a:ext cx="890876" cy="97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1BD5898E-8604-4FCC-AF66-EED947C8D691}"/>
              </a:ext>
            </a:extLst>
          </p:cNvPr>
          <p:cNvSpPr/>
          <p:nvPr/>
        </p:nvSpPr>
        <p:spPr>
          <a:xfrm>
            <a:off x="4393551" y="1772511"/>
            <a:ext cx="1011895" cy="101189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FF99">
                  <a:lumMod val="100000"/>
                  <a:alpha val="82000"/>
                </a:srgbClr>
              </a:gs>
              <a:gs pos="0">
                <a:srgbClr val="FFFF00">
                  <a:alpha val="8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EF0FD29-B26C-4A19-8ADE-5EC7FD69887D}"/>
              </a:ext>
            </a:extLst>
          </p:cNvPr>
          <p:cNvSpPr/>
          <p:nvPr/>
        </p:nvSpPr>
        <p:spPr>
          <a:xfrm>
            <a:off x="4722461" y="5179955"/>
            <a:ext cx="1011895" cy="101189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90000"/>
                </a:schemeClr>
              </a:gs>
              <a:gs pos="100000">
                <a:schemeClr val="accent4">
                  <a:lumMod val="0"/>
                  <a:lumOff val="100000"/>
                  <a:alpha val="90000"/>
                </a:schemeClr>
              </a:gs>
              <a:gs pos="46000">
                <a:srgbClr val="FF7C80">
                  <a:alpha val="81961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F162C29D-AA1B-49E7-9809-C48A34F58F17}"/>
              </a:ext>
            </a:extLst>
          </p:cNvPr>
          <p:cNvCxnSpPr>
            <a:cxnSpLocks/>
          </p:cNvCxnSpPr>
          <p:nvPr/>
        </p:nvCxnSpPr>
        <p:spPr>
          <a:xfrm>
            <a:off x="1509580" y="3883961"/>
            <a:ext cx="7034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6549B439-33FC-4725-A319-4ACFE74F9230}"/>
                  </a:ext>
                </a:extLst>
              </p:cNvPr>
              <p:cNvSpPr txBox="1"/>
              <p:nvPr/>
            </p:nvSpPr>
            <p:spPr>
              <a:xfrm>
                <a:off x="9752265" y="1847571"/>
                <a:ext cx="12021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2800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6549B439-33FC-4725-A319-4ACFE74F9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265" y="1847571"/>
                <a:ext cx="120218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D9E7ADA3-027B-40F5-964C-9D36233C2FD6}"/>
                  </a:ext>
                </a:extLst>
              </p:cNvPr>
              <p:cNvSpPr txBox="1"/>
              <p:nvPr/>
            </p:nvSpPr>
            <p:spPr>
              <a:xfrm>
                <a:off x="8871280" y="3636526"/>
                <a:ext cx="440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D9E7ADA3-027B-40F5-964C-9D36233C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280" y="3636526"/>
                <a:ext cx="440762" cy="369332"/>
              </a:xfrm>
              <a:prstGeom prst="rect">
                <a:avLst/>
              </a:prstGeom>
              <a:blipFill>
                <a:blip r:embed="rId3"/>
                <a:stretch>
                  <a:fillRect l="-15068" t="-1667" r="-411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1E4F0BA3-E3D9-4F0D-A37F-0E947B68B1FE}"/>
                  </a:ext>
                </a:extLst>
              </p:cNvPr>
              <p:cNvSpPr txBox="1"/>
              <p:nvPr/>
            </p:nvSpPr>
            <p:spPr>
              <a:xfrm>
                <a:off x="5174233" y="761244"/>
                <a:ext cx="5904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1E4F0BA3-E3D9-4F0D-A37F-0E947B68B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33" y="761244"/>
                <a:ext cx="590483" cy="369332"/>
              </a:xfrm>
              <a:prstGeom prst="rect">
                <a:avLst/>
              </a:prstGeom>
              <a:blipFill>
                <a:blip r:embed="rId4"/>
                <a:stretch>
                  <a:fillRect l="-12371" r="-3093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53F27E2-C7D6-44E1-96AD-A7028D5B8961}"/>
                  </a:ext>
                </a:extLst>
              </p:cNvPr>
              <p:cNvSpPr txBox="1"/>
              <p:nvPr/>
            </p:nvSpPr>
            <p:spPr>
              <a:xfrm>
                <a:off x="8260080" y="3540556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53F27E2-C7D6-44E1-96AD-A7028D5B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80" y="3540556"/>
                <a:ext cx="201722" cy="307777"/>
              </a:xfrm>
              <a:prstGeom prst="rect">
                <a:avLst/>
              </a:prstGeom>
              <a:blipFill>
                <a:blip r:embed="rId5"/>
                <a:stretch>
                  <a:fillRect l="-15152" r="-12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AA7E7374-CEC7-4B5A-883B-BBE2CE3E542B}"/>
                  </a:ext>
                </a:extLst>
              </p:cNvPr>
              <p:cNvSpPr txBox="1"/>
              <p:nvPr/>
            </p:nvSpPr>
            <p:spPr>
              <a:xfrm>
                <a:off x="4782493" y="1246327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AA7E7374-CEC7-4B5A-883B-BBE2CE3E5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493" y="1246327"/>
                <a:ext cx="206339" cy="307777"/>
              </a:xfrm>
              <a:prstGeom prst="rect">
                <a:avLst/>
              </a:prstGeom>
              <a:blipFill>
                <a:blip r:embed="rId6"/>
                <a:stretch>
                  <a:fillRect l="-30303" r="-33333" b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358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Effective Collapse in BM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988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Suppose </a:t>
                </a:r>
                <a:r>
                  <a:rPr lang="de-DE" sz="2000" dirty="0" err="1"/>
                  <a:t>that</a:t>
                </a:r>
                <a:r>
                  <a:rPr lang="de-DE" sz="2000" dirty="0"/>
                  <a:t> the universal </a:t>
                </a:r>
                <a:r>
                  <a:rPr lang="de-DE" sz="2000" dirty="0" err="1"/>
                  <a:t>wave</a:t>
                </a:r>
                <a:r>
                  <a:rPr lang="de-DE" sz="2000" dirty="0"/>
                  <a:t> function </a:t>
                </a:r>
                <a:r>
                  <a:rPr lang="de-DE" sz="2000" dirty="0" err="1"/>
                  <a:t>has</a:t>
                </a:r>
                <a:r>
                  <a:rPr lang="de-DE" sz="2000" dirty="0"/>
                  <a:t> the form </a:t>
                </a:r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 err="1"/>
                  <a:t>where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de-DE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sz="20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de-D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de-DE" sz="2000" dirty="0"/>
                  <a:t> </a:t>
                </a:r>
                <a:r>
                  <a:rPr lang="de-DE" sz="2000" dirty="0" err="1"/>
                  <a:t>have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disjoint</a:t>
                </a:r>
                <a:r>
                  <a:rPr lang="de-DE" sz="2000" dirty="0"/>
                  <a:t> y-support </a:t>
                </a:r>
                <a:r>
                  <a:rPr lang="de-DE" sz="2000" dirty="0" err="1"/>
                  <a:t>and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𝑠𝑢𝑝𝑝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98889"/>
              </a:xfrm>
              <a:blipFill>
                <a:blip r:embed="rId2"/>
                <a:stretch>
                  <a:fillRect l="-638" t="-3049" b="-426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/>
              <p:cNvSpPr txBox="1"/>
              <p:nvPr/>
            </p:nvSpPr>
            <p:spPr>
              <a:xfrm>
                <a:off x="4114800" y="2534825"/>
                <a:ext cx="496636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8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de-DE" sz="28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de-DE" sz="28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de-DE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sz="28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de-DE" sz="2800" dirty="0"/>
                  <a:t> </a:t>
                </a:r>
                <a:endParaRPr lang="de-DE" sz="1600" dirty="0"/>
              </a:p>
            </p:txBody>
          </p:sp>
        </mc:Choice>
        <mc:Fallback xmlns="">
          <p:sp>
            <p:nvSpPr>
              <p:cNvPr id="5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534825"/>
                <a:ext cx="496636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eck 6"/>
              <p:cNvSpPr/>
              <p:nvPr/>
            </p:nvSpPr>
            <p:spPr>
              <a:xfrm>
                <a:off x="2585121" y="4463733"/>
                <a:ext cx="7326557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</m:sSubSup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 ≔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de-DE" sz="240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sz="240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bSup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de-DE" sz="2400" dirty="0"/>
                  <a:t> </a:t>
                </a:r>
                <a:endParaRPr lang="de-DE" sz="1200" dirty="0"/>
              </a:p>
            </p:txBody>
          </p:sp>
        </mc:Choice>
        <mc:Fallback xmlns="">
          <p:sp>
            <p:nvSpPr>
              <p:cNvPr id="7" name="Rechteck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121" y="4463733"/>
                <a:ext cx="7326557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/>
              <p:cNvSpPr txBox="1"/>
              <p:nvPr/>
            </p:nvSpPr>
            <p:spPr>
              <a:xfrm>
                <a:off x="4354961" y="5555849"/>
                <a:ext cx="2370329" cy="464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sup>
                      </m:sSubSup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400">
                          <a:latin typeface="Cambria Math" panose="02040503050406030204" pitchFamily="18" charset="0"/>
                        </a:rPr>
                        <m:t> ≔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961" y="5555849"/>
                <a:ext cx="2370329" cy="464294"/>
              </a:xfrm>
              <a:prstGeom prst="rect">
                <a:avLst/>
              </a:prstGeom>
              <a:blipFill>
                <a:blip r:embed="rId7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r Verbinder 9"/>
          <p:cNvCxnSpPr/>
          <p:nvPr/>
        </p:nvCxnSpPr>
        <p:spPr>
          <a:xfrm>
            <a:off x="8098972" y="4588581"/>
            <a:ext cx="1712685" cy="29754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hteck 11"/>
          <p:cNvSpPr/>
          <p:nvPr/>
        </p:nvSpPr>
        <p:spPr>
          <a:xfrm>
            <a:off x="852714" y="5155739"/>
            <a:ext cx="25434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000" dirty="0" err="1"/>
              <a:t>Or</a:t>
            </a:r>
            <a:r>
              <a:rPr lang="de-DE" sz="2000" dirty="0"/>
              <a:t>, after </a:t>
            </a:r>
            <a:r>
              <a:rPr lang="de-DE" sz="2000" dirty="0" err="1"/>
              <a:t>normalization</a:t>
            </a:r>
            <a:endParaRPr lang="de-DE" sz="2000" dirty="0"/>
          </a:p>
        </p:txBody>
      </p:sp>
      <p:sp>
        <p:nvSpPr>
          <p:cNvPr id="4" name="Textfeld 3"/>
          <p:cNvSpPr txBox="1"/>
          <p:nvPr/>
        </p:nvSpPr>
        <p:spPr>
          <a:xfrm>
            <a:off x="838200" y="3918857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Then</a:t>
            </a:r>
            <a:r>
              <a:rPr lang="de-DE" sz="2000" dirty="0"/>
              <a:t> the </a:t>
            </a:r>
            <a:r>
              <a:rPr lang="de-DE" sz="2000" dirty="0" err="1"/>
              <a:t>conditional</a:t>
            </a:r>
            <a:r>
              <a:rPr lang="de-DE" sz="2000" dirty="0"/>
              <a:t> </a:t>
            </a:r>
            <a:r>
              <a:rPr lang="de-DE" sz="2000" dirty="0" err="1"/>
              <a:t>wave</a:t>
            </a:r>
            <a:r>
              <a:rPr lang="de-DE" sz="2000" dirty="0"/>
              <a:t> </a:t>
            </a:r>
            <a:r>
              <a:rPr lang="de-DE" sz="2000" dirty="0" err="1"/>
              <a:t>function</a:t>
            </a:r>
            <a:r>
              <a:rPr lang="de-DE" sz="2000" dirty="0"/>
              <a:t> </a:t>
            </a:r>
            <a:r>
              <a:rPr lang="de-DE" sz="2000" dirty="0" err="1"/>
              <a:t>becomes</a:t>
            </a:r>
            <a:r>
              <a:rPr lang="de-DE" sz="2000" dirty="0"/>
              <a:t> an </a:t>
            </a:r>
            <a:r>
              <a:rPr lang="de-DE" sz="2000" b="1" dirty="0" err="1"/>
              <a:t>effective</a:t>
            </a:r>
            <a:r>
              <a:rPr lang="de-DE" sz="2000" b="1" dirty="0"/>
              <a:t> </a:t>
            </a:r>
            <a:r>
              <a:rPr lang="de-DE" sz="2000" b="1" dirty="0" err="1"/>
              <a:t>wave</a:t>
            </a:r>
            <a:r>
              <a:rPr lang="de-DE" sz="2000" b="1" dirty="0"/>
              <a:t> </a:t>
            </a:r>
            <a:r>
              <a:rPr lang="de-DE" sz="2000" b="1" dirty="0" err="1"/>
              <a:t>function</a:t>
            </a: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362971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E.g. after </a:t>
            </a:r>
            <a:r>
              <a:rPr lang="de-DE" sz="3600" dirty="0" err="1"/>
              <a:t>spin</a:t>
            </a:r>
            <a:r>
              <a:rPr lang="de-DE" sz="3600" dirty="0"/>
              <a:t> </a:t>
            </a:r>
            <a:r>
              <a:rPr lang="de-DE" sz="3600" dirty="0" err="1"/>
              <a:t>measurement</a:t>
            </a:r>
            <a:endParaRPr lang="de-D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635000" y="1759320"/>
                <a:ext cx="10515600" cy="6998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000" y="1759320"/>
                <a:ext cx="10515600" cy="69986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/>
              <p:cNvSpPr txBox="1"/>
              <p:nvPr/>
            </p:nvSpPr>
            <p:spPr>
              <a:xfrm>
                <a:off x="838200" y="2852056"/>
                <a:ext cx="87511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If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𝑠𝑢𝑝𝑝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400" dirty="0"/>
                  <a:t>, the effective wave function collapses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 </a:t>
                </a:r>
              </a:p>
            </p:txBody>
          </p:sp>
        </mc:Choice>
        <mc:Fallback>
          <p:sp>
            <p:nvSpPr>
              <p:cNvPr id="4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52056"/>
                <a:ext cx="8751186" cy="461665"/>
              </a:xfrm>
              <a:prstGeom prst="rect">
                <a:avLst/>
              </a:prstGeom>
              <a:blipFill>
                <a:blip r:embed="rId3"/>
                <a:stretch>
                  <a:fillRect l="-1115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pieren 4"/>
          <p:cNvGrpSpPr/>
          <p:nvPr/>
        </p:nvGrpSpPr>
        <p:grpSpPr>
          <a:xfrm>
            <a:off x="9944575" y="2740250"/>
            <a:ext cx="801628" cy="861209"/>
            <a:chOff x="9653281" y="4132556"/>
            <a:chExt cx="959220" cy="1030514"/>
          </a:xfrm>
        </p:grpSpPr>
        <p:sp>
          <p:nvSpPr>
            <p:cNvPr id="6" name="Cube 5"/>
            <p:cNvSpPr/>
            <p:nvPr/>
          </p:nvSpPr>
          <p:spPr>
            <a:xfrm>
              <a:off x="9653281" y="4132556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Halbbogen 6"/>
            <p:cNvSpPr/>
            <p:nvPr/>
          </p:nvSpPr>
          <p:spPr>
            <a:xfrm>
              <a:off x="9762137" y="4336348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Pfeil: nach oben 7"/>
            <p:cNvSpPr/>
            <p:nvPr/>
          </p:nvSpPr>
          <p:spPr>
            <a:xfrm rot="18896695">
              <a:off x="9964222" y="4392920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Ellipse 8"/>
            <p:cNvSpPr/>
            <p:nvPr/>
          </p:nvSpPr>
          <p:spPr>
            <a:xfrm>
              <a:off x="10058564" y="4626107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0" name="Gruppieren 9"/>
          <p:cNvGrpSpPr/>
          <p:nvPr/>
        </p:nvGrpSpPr>
        <p:grpSpPr>
          <a:xfrm>
            <a:off x="9944575" y="4346021"/>
            <a:ext cx="801628" cy="861209"/>
            <a:chOff x="9749657" y="5505086"/>
            <a:chExt cx="959220" cy="1030514"/>
          </a:xfrm>
        </p:grpSpPr>
        <p:sp>
          <p:nvSpPr>
            <p:cNvPr id="11" name="Cube 10"/>
            <p:cNvSpPr/>
            <p:nvPr/>
          </p:nvSpPr>
          <p:spPr>
            <a:xfrm>
              <a:off x="9749657" y="5505086"/>
              <a:ext cx="959220" cy="1030514"/>
            </a:xfrm>
            <a:prstGeom prst="cube">
              <a:avLst>
                <a:gd name="adj" fmla="val 11486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Halbbogen 11"/>
            <p:cNvSpPr/>
            <p:nvPr/>
          </p:nvSpPr>
          <p:spPr>
            <a:xfrm>
              <a:off x="9858513" y="5708878"/>
              <a:ext cx="674048" cy="732378"/>
            </a:xfrm>
            <a:prstGeom prst="blockArc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3" name="Pfeil: nach oben 12"/>
            <p:cNvSpPr/>
            <p:nvPr/>
          </p:nvSpPr>
          <p:spPr>
            <a:xfrm rot="2731125">
              <a:off x="10233924" y="5795216"/>
              <a:ext cx="113421" cy="380178"/>
            </a:xfrm>
            <a:prstGeom prst="up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/>
            <p:cNvSpPr/>
            <p:nvPr/>
          </p:nvSpPr>
          <p:spPr>
            <a:xfrm>
              <a:off x="10133169" y="6020408"/>
              <a:ext cx="113421" cy="12188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/>
              <p:cNvSpPr txBox="1"/>
              <p:nvPr/>
            </p:nvSpPr>
            <p:spPr>
              <a:xfrm>
                <a:off x="838200" y="4545794"/>
                <a:ext cx="8923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If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𝑠𝑢𝑝𝑝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400" dirty="0"/>
                  <a:t>, the effective wave function collapses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2000" dirty="0"/>
                  <a:t>  </a:t>
                </a:r>
              </a:p>
            </p:txBody>
          </p:sp>
        </mc:Choice>
        <mc:Fallback>
          <p:sp>
            <p:nvSpPr>
              <p:cNvPr id="15" name="Textfeld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5794"/>
                <a:ext cx="8923016" cy="461665"/>
              </a:xfrm>
              <a:prstGeom prst="rect">
                <a:avLst/>
              </a:prstGeom>
              <a:blipFill>
                <a:blip r:embed="rId4"/>
                <a:stretch>
                  <a:fillRect l="-1094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63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pieren 31"/>
          <p:cNvGrpSpPr/>
          <p:nvPr/>
        </p:nvGrpSpPr>
        <p:grpSpPr>
          <a:xfrm>
            <a:off x="405303" y="940279"/>
            <a:ext cx="8700132" cy="5478950"/>
            <a:chOff x="788640" y="971784"/>
            <a:chExt cx="8700132" cy="5478950"/>
          </a:xfrm>
        </p:grpSpPr>
        <p:pic>
          <p:nvPicPr>
            <p:cNvPr id="33" name="Picture 3" descr="Zeichnung3.pd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47" t="7620"/>
            <a:stretch/>
          </p:blipFill>
          <p:spPr>
            <a:xfrm>
              <a:off x="1926235" y="971784"/>
              <a:ext cx="7562537" cy="5478950"/>
            </a:xfrm>
            <a:prstGeom prst="rect">
              <a:avLst/>
            </a:prstGeom>
          </p:spPr>
        </p:pic>
        <p:grpSp>
          <p:nvGrpSpPr>
            <p:cNvPr id="34" name="Gruppieren 33"/>
            <p:cNvGrpSpPr/>
            <p:nvPr/>
          </p:nvGrpSpPr>
          <p:grpSpPr>
            <a:xfrm>
              <a:off x="795723" y="3426380"/>
              <a:ext cx="926831" cy="995718"/>
              <a:chOff x="9659259" y="2467429"/>
              <a:chExt cx="959220" cy="1030514"/>
            </a:xfrm>
          </p:grpSpPr>
          <p:sp>
            <p:nvSpPr>
              <p:cNvPr id="45" name="Cube 44"/>
              <p:cNvSpPr/>
              <p:nvPr/>
            </p:nvSpPr>
            <p:spPr>
              <a:xfrm>
                <a:off x="9659259" y="2467429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Halbbogen 45"/>
              <p:cNvSpPr/>
              <p:nvPr/>
            </p:nvSpPr>
            <p:spPr>
              <a:xfrm>
                <a:off x="9768115" y="2671221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Pfeil: nach oben 46"/>
              <p:cNvSpPr/>
              <p:nvPr/>
            </p:nvSpPr>
            <p:spPr>
              <a:xfrm>
                <a:off x="10064542" y="2698765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10064542" y="2960980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5" name="Gruppieren 34"/>
            <p:cNvGrpSpPr/>
            <p:nvPr/>
          </p:nvGrpSpPr>
          <p:grpSpPr>
            <a:xfrm>
              <a:off x="788640" y="1793955"/>
              <a:ext cx="934381" cy="1003830"/>
              <a:chOff x="9653281" y="4132556"/>
              <a:chExt cx="959220" cy="1030514"/>
            </a:xfrm>
          </p:grpSpPr>
          <p:sp>
            <p:nvSpPr>
              <p:cNvPr id="41" name="Cube 40"/>
              <p:cNvSpPr/>
              <p:nvPr/>
            </p:nvSpPr>
            <p:spPr>
              <a:xfrm>
                <a:off x="9653281" y="413255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Halbbogen 41"/>
              <p:cNvSpPr/>
              <p:nvPr/>
            </p:nvSpPr>
            <p:spPr>
              <a:xfrm>
                <a:off x="9762137" y="433634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Pfeil: nach oben 42"/>
              <p:cNvSpPr/>
              <p:nvPr/>
            </p:nvSpPr>
            <p:spPr>
              <a:xfrm rot="18896695">
                <a:off x="9964222" y="4392920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10058564" y="4626107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6" name="Gruppieren 35"/>
            <p:cNvGrpSpPr/>
            <p:nvPr/>
          </p:nvGrpSpPr>
          <p:grpSpPr>
            <a:xfrm>
              <a:off x="788640" y="5220028"/>
              <a:ext cx="933914" cy="1003327"/>
              <a:chOff x="9749657" y="5505086"/>
              <a:chExt cx="959220" cy="1030514"/>
            </a:xfrm>
          </p:grpSpPr>
          <p:sp>
            <p:nvSpPr>
              <p:cNvPr id="37" name="Cube 36"/>
              <p:cNvSpPr/>
              <p:nvPr/>
            </p:nvSpPr>
            <p:spPr>
              <a:xfrm>
                <a:off x="9749657" y="5505086"/>
                <a:ext cx="959220" cy="1030514"/>
              </a:xfrm>
              <a:prstGeom prst="cube">
                <a:avLst>
                  <a:gd name="adj" fmla="val 1148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" name="Halbbogen 37"/>
              <p:cNvSpPr/>
              <p:nvPr/>
            </p:nvSpPr>
            <p:spPr>
              <a:xfrm>
                <a:off x="9858513" y="570887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Pfeil: nach oben 38"/>
              <p:cNvSpPr/>
              <p:nvPr/>
            </p:nvSpPr>
            <p:spPr>
              <a:xfrm rot="2731125">
                <a:off x="10233924" y="5795216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Ellipse 39"/>
              <p:cNvSpPr/>
              <p:nvPr/>
            </p:nvSpPr>
            <p:spPr>
              <a:xfrm>
                <a:off x="10133169" y="6020408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pic>
        <p:nvPicPr>
          <p:cNvPr id="6" name="Picture 5" descr="path64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913" y="3214332"/>
            <a:ext cx="1366461" cy="1366461"/>
          </a:xfrm>
          <a:prstGeom prst="rect">
            <a:avLst/>
          </a:prstGeom>
        </p:spPr>
      </p:pic>
      <p:pic>
        <p:nvPicPr>
          <p:cNvPr id="7" name="Picture 6" descr="path64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913" y="3301363"/>
            <a:ext cx="1366461" cy="1366461"/>
          </a:xfrm>
          <a:prstGeom prst="rect">
            <a:avLst/>
          </a:prstGeom>
        </p:spPr>
      </p:pic>
      <p:pic>
        <p:nvPicPr>
          <p:cNvPr id="3" name="Picture 2" descr="path281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912" y="3301363"/>
            <a:ext cx="1310786" cy="589345"/>
          </a:xfrm>
          <a:prstGeom prst="rect">
            <a:avLst/>
          </a:prstGeom>
        </p:spPr>
      </p:pic>
      <p:pic>
        <p:nvPicPr>
          <p:cNvPr id="8" name="Picture 7" descr="path281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912" y="3301363"/>
            <a:ext cx="1310786" cy="589345"/>
          </a:xfrm>
          <a:prstGeom prst="rect">
            <a:avLst/>
          </a:prstGeom>
        </p:spPr>
      </p:pic>
      <p:pic>
        <p:nvPicPr>
          <p:cNvPr id="2" name="Picture 1" descr="path370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372" y="4013230"/>
            <a:ext cx="91450" cy="81289"/>
          </a:xfrm>
          <a:prstGeom prst="rect">
            <a:avLst/>
          </a:prstGeom>
        </p:spPr>
      </p:pic>
      <p:pic>
        <p:nvPicPr>
          <p:cNvPr id="21" name="Picture 20" descr="Gauss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062" y="3356403"/>
            <a:ext cx="1310786" cy="538540"/>
          </a:xfrm>
          <a:prstGeom prst="rect">
            <a:avLst/>
          </a:prstGeom>
        </p:spPr>
      </p:pic>
      <p:pic>
        <p:nvPicPr>
          <p:cNvPr id="22" name="Picture 21" descr="Gauss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062" y="3453779"/>
            <a:ext cx="1310786" cy="436929"/>
          </a:xfrm>
          <a:prstGeom prst="rect">
            <a:avLst/>
          </a:prstGeom>
        </p:spPr>
      </p:pic>
      <p:pic>
        <p:nvPicPr>
          <p:cNvPr id="23" name="Picture 22" descr="Gauss4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062" y="3554966"/>
            <a:ext cx="1310786" cy="335317"/>
          </a:xfrm>
          <a:prstGeom prst="rect">
            <a:avLst/>
          </a:prstGeom>
        </p:spPr>
      </p:pic>
      <p:pic>
        <p:nvPicPr>
          <p:cNvPr id="24" name="Picture 23" descr="Gauss5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062" y="3651496"/>
            <a:ext cx="1310786" cy="233706"/>
          </a:xfrm>
          <a:prstGeom prst="rect">
            <a:avLst/>
          </a:prstGeom>
        </p:spPr>
      </p:pic>
      <p:pic>
        <p:nvPicPr>
          <p:cNvPr id="25" name="Picture 24" descr="Gauss6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062" y="3762849"/>
            <a:ext cx="1310786" cy="132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10"/>
              <p:cNvSpPr/>
              <p:nvPr/>
            </p:nvSpPr>
            <p:spPr>
              <a:xfrm>
                <a:off x="9039968" y="4905687"/>
                <a:ext cx="241290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de-DE" sz="2200" i="1"/>
                  <a:t> </a:t>
                </a:r>
              </a:p>
            </p:txBody>
          </p:sp>
        </mc:Choice>
        <mc:Fallback xmlns="">
          <p:sp>
            <p:nvSpPr>
              <p:cNvPr id="11" name="Rechteck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968" y="4905687"/>
                <a:ext cx="2412905" cy="430887"/>
              </a:xfrm>
              <a:prstGeom prst="rect">
                <a:avLst/>
              </a:prstGeom>
              <a:blipFill>
                <a:blip r:embed="rId11"/>
                <a:stretch>
                  <a:fillRect l="-1515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hteck 30"/>
              <p:cNvSpPr/>
              <p:nvPr/>
            </p:nvSpPr>
            <p:spPr>
              <a:xfrm>
                <a:off x="8878371" y="2283648"/>
                <a:ext cx="2795119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rgbClr val="0303D6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solidFill>
                            <a:srgbClr val="0303D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i="1">
                  <a:latin typeface="Cambria Math" panose="02040503050406030204" pitchFamily="18" charset="0"/>
                </a:endParaRPr>
              </a:p>
              <a:p>
                <a:pPr algn="r">
                  <a:spcAft>
                    <a:spcPts val="600"/>
                  </a:spcAft>
                </a:pPr>
                <a:r>
                  <a:rPr lang="de-DE" sz="2000" b="0"/>
                  <a:t> 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de-DE" sz="2000"/>
              </a:p>
            </p:txBody>
          </p:sp>
        </mc:Choice>
        <mc:Fallback xmlns="">
          <p:sp>
            <p:nvSpPr>
              <p:cNvPr id="31" name="Rechteck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371" y="2283648"/>
                <a:ext cx="2795119" cy="784830"/>
              </a:xfrm>
              <a:prstGeom prst="rect">
                <a:avLst/>
              </a:prstGeom>
              <a:blipFill>
                <a:blip r:embed="rId1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c 8">
            <a:extLst>
              <a:ext uri="{FF2B5EF4-FFF2-40B4-BE49-F238E27FC236}">
                <a16:creationId xmlns:a16="http://schemas.microsoft.com/office/drawing/2014/main" id="{36BB1DDA-4010-9E04-FB1C-B98C7EB56723}"/>
              </a:ext>
            </a:extLst>
          </p:cNvPr>
          <p:cNvSpPr/>
          <p:nvPr/>
        </p:nvSpPr>
        <p:spPr>
          <a:xfrm rot="20909573">
            <a:off x="1874626" y="505451"/>
            <a:ext cx="914400" cy="856325"/>
          </a:xfrm>
          <a:prstGeom prst="arc">
            <a:avLst>
              <a:gd name="adj1" fmla="val 16783912"/>
              <a:gd name="adj2" fmla="val 509268"/>
            </a:avLst>
          </a:prstGeom>
          <a:ln w="114300" cap="flat">
            <a:solidFill>
              <a:schemeClr val="tx1"/>
            </a:solidFill>
            <a:headEnd type="triangle" w="med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D3EA4AEB-0E48-F63B-4FED-3EFB42D6B218}"/>
              </a:ext>
            </a:extLst>
          </p:cNvPr>
          <p:cNvSpPr/>
          <p:nvPr/>
        </p:nvSpPr>
        <p:spPr>
          <a:xfrm rot="578027" flipH="1">
            <a:off x="7288233" y="475775"/>
            <a:ext cx="914400" cy="818363"/>
          </a:xfrm>
          <a:prstGeom prst="arc">
            <a:avLst>
              <a:gd name="adj1" fmla="val 16783912"/>
              <a:gd name="adj2" fmla="val 509268"/>
            </a:avLst>
          </a:prstGeom>
          <a:ln w="114300" cap="flat">
            <a:solidFill>
              <a:schemeClr val="tx1">
                <a:lumMod val="85000"/>
                <a:lumOff val="15000"/>
              </a:schemeClr>
            </a:solidFill>
            <a:headEnd type="triangle" w="med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94FF86-AF85-B716-1339-187C36DB3558}"/>
              </a:ext>
            </a:extLst>
          </p:cNvPr>
          <p:cNvSpPr txBox="1"/>
          <p:nvPr/>
        </p:nvSpPr>
        <p:spPr>
          <a:xfrm>
            <a:off x="8681445" y="4580793"/>
            <a:ext cx="2581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Wave function of subsystem:</a:t>
            </a:r>
            <a:endParaRPr lang="LID4096" sz="16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10E75F-78DE-1A50-4728-508B06F5D770}"/>
              </a:ext>
            </a:extLst>
          </p:cNvPr>
          <p:cNvSpPr txBox="1"/>
          <p:nvPr/>
        </p:nvSpPr>
        <p:spPr>
          <a:xfrm>
            <a:off x="8619034" y="1892156"/>
            <a:ext cx="3313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Wave function of system + apparatus:</a:t>
            </a:r>
            <a:endParaRPr lang="LID4096" sz="16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99C35B-81E9-039C-AB11-039C3D0C0CF8}"/>
              </a:ext>
            </a:extLst>
          </p:cNvPr>
          <p:cNvSpPr/>
          <p:nvPr/>
        </p:nvSpPr>
        <p:spPr>
          <a:xfrm>
            <a:off x="5293895" y="940279"/>
            <a:ext cx="607594" cy="424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EA15F2-4EAC-4EB5-C0EF-BC31AF70B872}"/>
              </a:ext>
            </a:extLst>
          </p:cNvPr>
          <p:cNvSpPr/>
          <p:nvPr/>
        </p:nvSpPr>
        <p:spPr>
          <a:xfrm>
            <a:off x="8681445" y="3924262"/>
            <a:ext cx="451659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3">
                <a:extLst>
                  <a:ext uri="{FF2B5EF4-FFF2-40B4-BE49-F238E27FC236}">
                    <a16:creationId xmlns:a16="http://schemas.microsoft.com/office/drawing/2014/main" id="{450275CF-8872-5F4B-EB05-2677B08E6A68}"/>
                  </a:ext>
                </a:extLst>
              </p:cNvPr>
              <p:cNvSpPr txBox="1"/>
              <p:nvPr/>
            </p:nvSpPr>
            <p:spPr>
              <a:xfrm>
                <a:off x="4782139" y="1324427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/>
              </a:p>
            </p:txBody>
          </p:sp>
        </mc:Choice>
        <mc:Fallback xmlns="">
          <p:sp>
            <p:nvSpPr>
              <p:cNvPr id="59" name="Textfeld 53">
                <a:extLst>
                  <a:ext uri="{FF2B5EF4-FFF2-40B4-BE49-F238E27FC236}">
                    <a16:creationId xmlns:a16="http://schemas.microsoft.com/office/drawing/2014/main" id="{450275CF-8872-5F4B-EB05-2677B08E6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139" y="1324427"/>
                <a:ext cx="186718" cy="276999"/>
              </a:xfrm>
              <a:prstGeom prst="rect">
                <a:avLst/>
              </a:prstGeom>
              <a:blipFill>
                <a:blip r:embed="rId13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1">
                <a:extLst>
                  <a:ext uri="{FF2B5EF4-FFF2-40B4-BE49-F238E27FC236}">
                    <a16:creationId xmlns:a16="http://schemas.microsoft.com/office/drawing/2014/main" id="{69569FA2-95A6-4CF9-849F-26BF3632FF77}"/>
                  </a:ext>
                </a:extLst>
              </p:cNvPr>
              <p:cNvSpPr txBox="1"/>
              <p:nvPr/>
            </p:nvSpPr>
            <p:spPr>
              <a:xfrm>
                <a:off x="8264662" y="38901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/>
              </a:p>
            </p:txBody>
          </p:sp>
        </mc:Choice>
        <mc:Fallback xmlns="">
          <p:sp>
            <p:nvSpPr>
              <p:cNvPr id="60" name="Textfeld 1">
                <a:extLst>
                  <a:ext uri="{FF2B5EF4-FFF2-40B4-BE49-F238E27FC236}">
                    <a16:creationId xmlns:a16="http://schemas.microsoft.com/office/drawing/2014/main" id="{69569FA2-95A6-4CF9-849F-26BF3632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662" y="3890119"/>
                <a:ext cx="183319" cy="276999"/>
              </a:xfrm>
              <a:prstGeom prst="rect">
                <a:avLst/>
              </a:prstGeom>
              <a:blipFill>
                <a:blip r:embed="rId14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19">
            <a:extLst>
              <a:ext uri="{FF2B5EF4-FFF2-40B4-BE49-F238E27FC236}">
                <a16:creationId xmlns:a16="http://schemas.microsoft.com/office/drawing/2014/main" id="{45D149CF-37D7-D3D3-2BA7-0C7432D0784F}"/>
              </a:ext>
            </a:extLst>
          </p:cNvPr>
          <p:cNvSpPr txBox="1"/>
          <p:nvPr/>
        </p:nvSpPr>
        <p:spPr>
          <a:xfrm>
            <a:off x="10246420" y="6209976"/>
            <a:ext cx="30117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Animation: Stefan Teufel</a:t>
            </a:r>
          </a:p>
        </p:txBody>
      </p:sp>
      <p:sp>
        <p:nvSpPr>
          <p:cNvPr id="5" name="Textfeld 19">
            <a:extLst>
              <a:ext uri="{FF2B5EF4-FFF2-40B4-BE49-F238E27FC236}">
                <a16:creationId xmlns:a16="http://schemas.microsoft.com/office/drawing/2014/main" id="{0DFAF209-8A61-B512-09DF-F1D5D1355A54}"/>
              </a:ext>
            </a:extLst>
          </p:cNvPr>
          <p:cNvSpPr txBox="1"/>
          <p:nvPr/>
        </p:nvSpPr>
        <p:spPr>
          <a:xfrm>
            <a:off x="8619034" y="317047"/>
            <a:ext cx="3400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Collapse in Bohmian Mechanics</a:t>
            </a:r>
          </a:p>
        </p:txBody>
      </p:sp>
    </p:spTree>
    <p:extLst>
      <p:ext uri="{BB962C8B-B14F-4D97-AF65-F5344CB8AC3E}">
        <p14:creationId xmlns:p14="http://schemas.microsoft.com/office/powerpoint/2010/main" val="315760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96296E-6 L -0.18893 -0.00139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53" y="-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125 L 0.19115 -0.012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8906 -0.00139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53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0.19101 -0.00162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-9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22222E-6 L -0.1875 0.0007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893 -0.00139 L -0.18893 -0.24005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9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115 -0.0125 L 0.19115 0.25278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6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75 0.0007 L -0.1875 -0.28611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35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be 9">
            <a:extLst>
              <a:ext uri="{FF2B5EF4-FFF2-40B4-BE49-F238E27FC236}">
                <a16:creationId xmlns:a16="http://schemas.microsoft.com/office/drawing/2014/main" id="{F9F9BEB7-AA08-C9D2-FF4C-9CA022905F97}"/>
              </a:ext>
            </a:extLst>
          </p:cNvPr>
          <p:cNvSpPr/>
          <p:nvPr/>
        </p:nvSpPr>
        <p:spPr>
          <a:xfrm>
            <a:off x="412386" y="3394875"/>
            <a:ext cx="926831" cy="995718"/>
          </a:xfrm>
          <a:prstGeom prst="cube">
            <a:avLst>
              <a:gd name="adj" fmla="val 11486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61BE6030-4D32-2DEA-ED71-923A8D4A1A62}"/>
              </a:ext>
            </a:extLst>
          </p:cNvPr>
          <p:cNvSpPr/>
          <p:nvPr/>
        </p:nvSpPr>
        <p:spPr>
          <a:xfrm>
            <a:off x="405303" y="1762450"/>
            <a:ext cx="934381" cy="1003830"/>
          </a:xfrm>
          <a:prstGeom prst="cube">
            <a:avLst>
              <a:gd name="adj" fmla="val 11486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2943DE39-8FCD-15D3-C983-E703FEAA3E04}"/>
              </a:ext>
            </a:extLst>
          </p:cNvPr>
          <p:cNvSpPr/>
          <p:nvPr/>
        </p:nvSpPr>
        <p:spPr>
          <a:xfrm>
            <a:off x="405303" y="5188523"/>
            <a:ext cx="933914" cy="1003327"/>
          </a:xfrm>
          <a:prstGeom prst="cube">
            <a:avLst>
              <a:gd name="adj" fmla="val 11486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0" name="Gruppieren 29"/>
          <p:cNvGrpSpPr/>
          <p:nvPr/>
        </p:nvGrpSpPr>
        <p:grpSpPr>
          <a:xfrm>
            <a:off x="511347" y="923025"/>
            <a:ext cx="8594088" cy="5514329"/>
            <a:chOff x="894684" y="936404"/>
            <a:chExt cx="8594088" cy="5514329"/>
          </a:xfrm>
        </p:grpSpPr>
        <p:pic>
          <p:nvPicPr>
            <p:cNvPr id="31" name="Picture 3" descr="Zeichnung3.pd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47" t="7023"/>
            <a:stretch/>
          </p:blipFill>
          <p:spPr>
            <a:xfrm>
              <a:off x="1926235" y="936404"/>
              <a:ext cx="7562537" cy="5514329"/>
            </a:xfrm>
            <a:prstGeom prst="rect">
              <a:avLst/>
            </a:prstGeom>
          </p:spPr>
        </p:pic>
        <p:grpSp>
          <p:nvGrpSpPr>
            <p:cNvPr id="32" name="Gruppieren 31"/>
            <p:cNvGrpSpPr/>
            <p:nvPr/>
          </p:nvGrpSpPr>
          <p:grpSpPr>
            <a:xfrm>
              <a:off x="900902" y="3623292"/>
              <a:ext cx="651288" cy="707649"/>
              <a:chOff x="9768115" y="2671221"/>
              <a:chExt cx="674048" cy="732378"/>
            </a:xfrm>
          </p:grpSpPr>
          <p:sp>
            <p:nvSpPr>
              <p:cNvPr id="48" name="Halbbogen 47"/>
              <p:cNvSpPr/>
              <p:nvPr/>
            </p:nvSpPr>
            <p:spPr>
              <a:xfrm>
                <a:off x="9768115" y="2671221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Pfeil: nach oben 48"/>
              <p:cNvSpPr/>
              <p:nvPr/>
            </p:nvSpPr>
            <p:spPr>
              <a:xfrm>
                <a:off x="10064542" y="2698765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10064542" y="2960980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894684" y="1992471"/>
              <a:ext cx="656594" cy="713414"/>
              <a:chOff x="9762137" y="4336348"/>
              <a:chExt cx="674048" cy="732378"/>
            </a:xfrm>
          </p:grpSpPr>
          <p:sp>
            <p:nvSpPr>
              <p:cNvPr id="44" name="Halbbogen 43"/>
              <p:cNvSpPr/>
              <p:nvPr/>
            </p:nvSpPr>
            <p:spPr>
              <a:xfrm>
                <a:off x="9762137" y="4336348"/>
                <a:ext cx="674048" cy="732378"/>
              </a:xfrm>
              <a:prstGeom prst="blockArc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Pfeil: nach oben 44"/>
              <p:cNvSpPr/>
              <p:nvPr/>
            </p:nvSpPr>
            <p:spPr>
              <a:xfrm rot="18896695">
                <a:off x="9964222" y="4392920"/>
                <a:ext cx="113421" cy="380178"/>
              </a:xfrm>
              <a:prstGeom prst="up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10058564" y="4626107"/>
                <a:ext cx="113421" cy="12188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2" name="Ellipse 41"/>
            <p:cNvSpPr/>
            <p:nvPr/>
          </p:nvSpPr>
          <p:spPr>
            <a:xfrm>
              <a:off x="1162029" y="5721751"/>
              <a:ext cx="110429" cy="118671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pic>
        <p:nvPicPr>
          <p:cNvPr id="6" name="Picture 5" descr="path64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140" y="3232458"/>
            <a:ext cx="1366461" cy="1366461"/>
          </a:xfrm>
          <a:prstGeom prst="rect">
            <a:avLst/>
          </a:prstGeom>
        </p:spPr>
      </p:pic>
      <p:pic>
        <p:nvPicPr>
          <p:cNvPr id="7" name="Picture 6" descr="path64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140" y="3319489"/>
            <a:ext cx="1366461" cy="1366461"/>
          </a:xfrm>
          <a:prstGeom prst="rect">
            <a:avLst/>
          </a:prstGeom>
        </p:spPr>
      </p:pic>
      <p:pic>
        <p:nvPicPr>
          <p:cNvPr id="8" name="Picture 7" descr="path281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139" y="3319489"/>
            <a:ext cx="1310786" cy="589345"/>
          </a:xfrm>
          <a:prstGeom prst="rect">
            <a:avLst/>
          </a:prstGeom>
        </p:spPr>
      </p:pic>
      <p:pic>
        <p:nvPicPr>
          <p:cNvPr id="3" name="Picture 2" descr="path281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139" y="3319489"/>
            <a:ext cx="1310786" cy="589345"/>
          </a:xfrm>
          <a:prstGeom prst="rect">
            <a:avLst/>
          </a:prstGeom>
        </p:spPr>
      </p:pic>
      <p:pic>
        <p:nvPicPr>
          <p:cNvPr id="2" name="Picture 1" descr="path370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288" y="3706884"/>
            <a:ext cx="91450" cy="81289"/>
          </a:xfrm>
          <a:prstGeom prst="rect">
            <a:avLst/>
          </a:prstGeom>
        </p:spPr>
      </p:pic>
      <p:pic>
        <p:nvPicPr>
          <p:cNvPr id="21" name="Picture 20" descr="Gauss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920" y="3370293"/>
            <a:ext cx="1310786" cy="538540"/>
          </a:xfrm>
          <a:prstGeom prst="rect">
            <a:avLst/>
          </a:prstGeom>
        </p:spPr>
      </p:pic>
      <p:pic>
        <p:nvPicPr>
          <p:cNvPr id="22" name="Picture 21" descr="Gauss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920" y="3471905"/>
            <a:ext cx="1310786" cy="436929"/>
          </a:xfrm>
          <a:prstGeom prst="rect">
            <a:avLst/>
          </a:prstGeom>
        </p:spPr>
      </p:pic>
      <p:pic>
        <p:nvPicPr>
          <p:cNvPr id="23" name="Picture 22" descr="Gauss4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920" y="3573092"/>
            <a:ext cx="1310786" cy="335317"/>
          </a:xfrm>
          <a:prstGeom prst="rect">
            <a:avLst/>
          </a:prstGeom>
        </p:spPr>
      </p:pic>
      <p:pic>
        <p:nvPicPr>
          <p:cNvPr id="24" name="Picture 23" descr="Gauss5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920" y="3679363"/>
            <a:ext cx="1310786" cy="233706"/>
          </a:xfrm>
          <a:prstGeom prst="rect">
            <a:avLst/>
          </a:prstGeom>
        </p:spPr>
      </p:pic>
      <p:pic>
        <p:nvPicPr>
          <p:cNvPr id="25" name="Picture 24" descr="Gauss6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920" y="3771234"/>
            <a:ext cx="1310786" cy="132095"/>
          </a:xfrm>
          <a:prstGeom prst="rect">
            <a:avLst/>
          </a:prstGeom>
        </p:spPr>
      </p:pic>
      <p:sp>
        <p:nvSpPr>
          <p:cNvPr id="20" name="Textfeld 19"/>
          <p:cNvSpPr txBox="1"/>
          <p:nvPr/>
        </p:nvSpPr>
        <p:spPr>
          <a:xfrm>
            <a:off x="10246420" y="6209976"/>
            <a:ext cx="30117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Animation: Stefan Teufel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2483380-73E7-AB95-2707-B006A30818F2}"/>
              </a:ext>
            </a:extLst>
          </p:cNvPr>
          <p:cNvSpPr/>
          <p:nvPr/>
        </p:nvSpPr>
        <p:spPr>
          <a:xfrm rot="20909573">
            <a:off x="1874626" y="505451"/>
            <a:ext cx="914400" cy="856325"/>
          </a:xfrm>
          <a:prstGeom prst="arc">
            <a:avLst>
              <a:gd name="adj1" fmla="val 16783912"/>
              <a:gd name="adj2" fmla="val 509268"/>
            </a:avLst>
          </a:prstGeom>
          <a:ln w="114300" cap="flat">
            <a:solidFill>
              <a:schemeClr val="tx1"/>
            </a:solidFill>
            <a:headEnd type="triangle" w="med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4C4B0A7F-FB41-2508-B4E7-BD84964716BB}"/>
              </a:ext>
            </a:extLst>
          </p:cNvPr>
          <p:cNvSpPr/>
          <p:nvPr/>
        </p:nvSpPr>
        <p:spPr>
          <a:xfrm rot="578027" flipH="1">
            <a:off x="7288233" y="475775"/>
            <a:ext cx="914400" cy="818363"/>
          </a:xfrm>
          <a:prstGeom prst="arc">
            <a:avLst>
              <a:gd name="adj1" fmla="val 16783912"/>
              <a:gd name="adj2" fmla="val 509268"/>
            </a:avLst>
          </a:prstGeom>
          <a:ln w="114300" cap="flat">
            <a:solidFill>
              <a:schemeClr val="tx1">
                <a:lumMod val="85000"/>
                <a:lumOff val="15000"/>
              </a:schemeClr>
            </a:solidFill>
            <a:headEnd type="triangle" w="med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922C5C-D59F-E383-2186-0FEFEE28D500}"/>
              </a:ext>
            </a:extLst>
          </p:cNvPr>
          <p:cNvSpPr/>
          <p:nvPr/>
        </p:nvSpPr>
        <p:spPr>
          <a:xfrm>
            <a:off x="8681445" y="3924262"/>
            <a:ext cx="451659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8750A8-2974-911C-95CE-0FF0C8196B85}"/>
              </a:ext>
            </a:extLst>
          </p:cNvPr>
          <p:cNvSpPr/>
          <p:nvPr/>
        </p:nvSpPr>
        <p:spPr>
          <a:xfrm>
            <a:off x="5254942" y="1026326"/>
            <a:ext cx="646547" cy="484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3">
                <a:extLst>
                  <a:ext uri="{FF2B5EF4-FFF2-40B4-BE49-F238E27FC236}">
                    <a16:creationId xmlns:a16="http://schemas.microsoft.com/office/drawing/2014/main" id="{7F689034-EAFA-BD8C-07C9-D7B941A56232}"/>
                  </a:ext>
                </a:extLst>
              </p:cNvPr>
              <p:cNvSpPr txBox="1"/>
              <p:nvPr/>
            </p:nvSpPr>
            <p:spPr>
              <a:xfrm>
                <a:off x="4782139" y="1324427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/>
              </a:p>
            </p:txBody>
          </p:sp>
        </mc:Choice>
        <mc:Fallback xmlns="">
          <p:sp>
            <p:nvSpPr>
              <p:cNvPr id="58" name="Textfeld 53">
                <a:extLst>
                  <a:ext uri="{FF2B5EF4-FFF2-40B4-BE49-F238E27FC236}">
                    <a16:creationId xmlns:a16="http://schemas.microsoft.com/office/drawing/2014/main" id="{7F689034-EAFA-BD8C-07C9-D7B941A5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139" y="1324427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1">
                <a:extLst>
                  <a:ext uri="{FF2B5EF4-FFF2-40B4-BE49-F238E27FC236}">
                    <a16:creationId xmlns:a16="http://schemas.microsoft.com/office/drawing/2014/main" id="{AAD12169-F4B3-5FF1-44D7-74AD5E98E0C3}"/>
                  </a:ext>
                </a:extLst>
              </p:cNvPr>
              <p:cNvSpPr txBox="1"/>
              <p:nvPr/>
            </p:nvSpPr>
            <p:spPr>
              <a:xfrm>
                <a:off x="8264662" y="38901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/>
              </a:p>
            </p:txBody>
          </p:sp>
        </mc:Choice>
        <mc:Fallback xmlns="">
          <p:sp>
            <p:nvSpPr>
              <p:cNvPr id="59" name="Textfeld 1">
                <a:extLst>
                  <a:ext uri="{FF2B5EF4-FFF2-40B4-BE49-F238E27FC236}">
                    <a16:creationId xmlns:a16="http://schemas.microsoft.com/office/drawing/2014/main" id="{AAD12169-F4B3-5FF1-44D7-74AD5E98E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662" y="3890119"/>
                <a:ext cx="183319" cy="276999"/>
              </a:xfrm>
              <a:prstGeom prst="rect">
                <a:avLst/>
              </a:prstGeom>
              <a:blipFill>
                <a:blip r:embed="rId12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hteck 10">
                <a:extLst>
                  <a:ext uri="{FF2B5EF4-FFF2-40B4-BE49-F238E27FC236}">
                    <a16:creationId xmlns:a16="http://schemas.microsoft.com/office/drawing/2014/main" id="{B7370F37-DF0D-A60E-D6CB-01F01E1B6AA4}"/>
                  </a:ext>
                </a:extLst>
              </p:cNvPr>
              <p:cNvSpPr/>
              <p:nvPr/>
            </p:nvSpPr>
            <p:spPr>
              <a:xfrm>
                <a:off x="9039968" y="4905687"/>
                <a:ext cx="241290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solidFill>
                          <a:srgbClr val="00BB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de-DE" sz="2200" i="1"/>
                  <a:t> </a:t>
                </a:r>
              </a:p>
            </p:txBody>
          </p:sp>
        </mc:Choice>
        <mc:Fallback xmlns="">
          <p:sp>
            <p:nvSpPr>
              <p:cNvPr id="60" name="Rechteck 10">
                <a:extLst>
                  <a:ext uri="{FF2B5EF4-FFF2-40B4-BE49-F238E27FC236}">
                    <a16:creationId xmlns:a16="http://schemas.microsoft.com/office/drawing/2014/main" id="{B7370F37-DF0D-A60E-D6CB-01F01E1B6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968" y="4905687"/>
                <a:ext cx="2412905" cy="430887"/>
              </a:xfrm>
              <a:prstGeom prst="rect">
                <a:avLst/>
              </a:prstGeom>
              <a:blipFill>
                <a:blip r:embed="rId13"/>
                <a:stretch>
                  <a:fillRect l="-1515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hteck 30">
                <a:extLst>
                  <a:ext uri="{FF2B5EF4-FFF2-40B4-BE49-F238E27FC236}">
                    <a16:creationId xmlns:a16="http://schemas.microsoft.com/office/drawing/2014/main" id="{A744898C-5089-8998-F0A4-693E960FFED0}"/>
                  </a:ext>
                </a:extLst>
              </p:cNvPr>
              <p:cNvSpPr/>
              <p:nvPr/>
            </p:nvSpPr>
            <p:spPr>
              <a:xfrm>
                <a:off x="8878371" y="2283648"/>
                <a:ext cx="2795119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rgbClr val="0303D6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0303D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solidFill>
                            <a:srgbClr val="0303D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i="1">
                  <a:latin typeface="Cambria Math" panose="02040503050406030204" pitchFamily="18" charset="0"/>
                </a:endParaRPr>
              </a:p>
              <a:p>
                <a:pPr algn="r">
                  <a:spcAft>
                    <a:spcPts val="600"/>
                  </a:spcAft>
                </a:pPr>
                <a:r>
                  <a:rPr lang="de-DE" sz="2000" b="0"/>
                  <a:t> 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de-DE" sz="2000"/>
              </a:p>
            </p:txBody>
          </p:sp>
        </mc:Choice>
        <mc:Fallback xmlns="">
          <p:sp>
            <p:nvSpPr>
              <p:cNvPr id="61" name="Rechteck 30">
                <a:extLst>
                  <a:ext uri="{FF2B5EF4-FFF2-40B4-BE49-F238E27FC236}">
                    <a16:creationId xmlns:a16="http://schemas.microsoft.com/office/drawing/2014/main" id="{A744898C-5089-8998-F0A4-693E960FFE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371" y="2283648"/>
                <a:ext cx="2795119" cy="784830"/>
              </a:xfrm>
              <a:prstGeom prst="rect">
                <a:avLst/>
              </a:prstGeom>
              <a:blipFill>
                <a:blip r:embed="rId1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817526F2-8DF1-E8B8-279C-BAAF8B386A65}"/>
              </a:ext>
            </a:extLst>
          </p:cNvPr>
          <p:cNvSpPr txBox="1"/>
          <p:nvPr/>
        </p:nvSpPr>
        <p:spPr>
          <a:xfrm>
            <a:off x="8681445" y="4580793"/>
            <a:ext cx="2581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Wave function of subsystem:</a:t>
            </a:r>
            <a:endParaRPr lang="LID4096" sz="16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884272-FBA3-3153-98C0-530E316954A7}"/>
              </a:ext>
            </a:extLst>
          </p:cNvPr>
          <p:cNvSpPr txBox="1"/>
          <p:nvPr/>
        </p:nvSpPr>
        <p:spPr>
          <a:xfrm>
            <a:off x="8619034" y="1892156"/>
            <a:ext cx="3313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Wave function of system + apparatus:</a:t>
            </a:r>
            <a:endParaRPr lang="LID4096" sz="1600" dirty="0"/>
          </a:p>
        </p:txBody>
      </p:sp>
      <p:sp>
        <p:nvSpPr>
          <p:cNvPr id="9" name="Textfeld 19">
            <a:extLst>
              <a:ext uri="{FF2B5EF4-FFF2-40B4-BE49-F238E27FC236}">
                <a16:creationId xmlns:a16="http://schemas.microsoft.com/office/drawing/2014/main" id="{D4434154-EBD2-72EA-547A-35E05F0A0750}"/>
              </a:ext>
            </a:extLst>
          </p:cNvPr>
          <p:cNvSpPr txBox="1"/>
          <p:nvPr/>
        </p:nvSpPr>
        <p:spPr>
          <a:xfrm>
            <a:off x="8619034" y="317047"/>
            <a:ext cx="3400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Collapse in Bohmian Mechanics</a:t>
            </a:r>
          </a:p>
        </p:txBody>
      </p:sp>
      <p:sp>
        <p:nvSpPr>
          <p:cNvPr id="13" name="Halbbogen 37">
            <a:extLst>
              <a:ext uri="{FF2B5EF4-FFF2-40B4-BE49-F238E27FC236}">
                <a16:creationId xmlns:a16="http://schemas.microsoft.com/office/drawing/2014/main" id="{D0ECBE50-7EEE-C01F-82A0-2E47657D363D}"/>
              </a:ext>
            </a:extLst>
          </p:cNvPr>
          <p:cNvSpPr/>
          <p:nvPr/>
        </p:nvSpPr>
        <p:spPr>
          <a:xfrm>
            <a:off x="511287" y="5386939"/>
            <a:ext cx="656265" cy="713056"/>
          </a:xfrm>
          <a:prstGeom prst="blockArc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Pfeil: nach oben 38">
            <a:extLst>
              <a:ext uri="{FF2B5EF4-FFF2-40B4-BE49-F238E27FC236}">
                <a16:creationId xmlns:a16="http://schemas.microsoft.com/office/drawing/2014/main" id="{2157FDFF-1451-8994-6D92-298876886E78}"/>
              </a:ext>
            </a:extLst>
          </p:cNvPr>
          <p:cNvSpPr/>
          <p:nvPr/>
        </p:nvSpPr>
        <p:spPr>
          <a:xfrm rot="2731125">
            <a:off x="876794" y="5470999"/>
            <a:ext cx="110429" cy="370148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42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-0.18893 -0.00139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53" y="-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125 L 0.19115 -0.012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85185E-6 L -0.18907 -0.00139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53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85185E-6 L 0.19101 -0.00162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-9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0.19258 0.00069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893 -0.00139 L -0.18893 -0.24004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9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115 -0.0125 L 0.19115 0.25278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6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58 0.00069 L 0.19258 0.26458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9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D8CEB-3676-20A1-68F0-0D9EDEB5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Wirbellose, Rippenquallen enthält.&#10;&#10;Automatisch generierte Beschreibung">
            <a:extLst>
              <a:ext uri="{FF2B5EF4-FFF2-40B4-BE49-F238E27FC236}">
                <a16:creationId xmlns:a16="http://schemas.microsoft.com/office/drawing/2014/main" id="{F0A908B5-7891-2B78-A2FE-B48132AFA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845" y="3668610"/>
            <a:ext cx="13880636" cy="3667760"/>
          </a:xfrm>
          <a:prstGeom prst="rect">
            <a:avLst/>
          </a:prstGeom>
          <a:effectLst>
            <a:softEdge rad="749300"/>
          </a:effectLst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24C9F7FD-D20B-E18B-34C4-0FBD5A69F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6417"/>
            <a:ext cx="9144000" cy="646049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chemeClr val="bg1"/>
                </a:solidFill>
                <a:latin typeface="+mj-lt"/>
              </a:rPr>
              <a:t>Probability and the Born Rule</a:t>
            </a:r>
          </a:p>
        </p:txBody>
      </p:sp>
      <p:sp>
        <p:nvSpPr>
          <p:cNvPr id="2" name="Untertitel 2">
            <a:extLst>
              <a:ext uri="{FF2B5EF4-FFF2-40B4-BE49-F238E27FC236}">
                <a16:creationId xmlns:a16="http://schemas.microsoft.com/office/drawing/2014/main" id="{FF023012-6E6F-5119-E413-8827E2D577E6}"/>
              </a:ext>
            </a:extLst>
          </p:cNvPr>
          <p:cNvSpPr txBox="1">
            <a:spLocks/>
          </p:cNvSpPr>
          <p:nvPr/>
        </p:nvSpPr>
        <p:spPr>
          <a:xfrm>
            <a:off x="1609165" y="4060317"/>
            <a:ext cx="9144000" cy="646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+mj-lt"/>
              </a:rPr>
              <a:t>(not an animation but could be turned into a simulation)</a:t>
            </a:r>
            <a:endParaRPr lang="de-DE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48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2D556F9-F7A5-1C0D-E423-887CA72DD85A}"/>
              </a:ext>
            </a:extLst>
          </p:cNvPr>
          <p:cNvGrpSpPr/>
          <p:nvPr/>
        </p:nvGrpSpPr>
        <p:grpSpPr>
          <a:xfrm>
            <a:off x="532083" y="1558088"/>
            <a:ext cx="3677122" cy="4462355"/>
            <a:chOff x="3192781" y="154578"/>
            <a:chExt cx="5638800" cy="6842940"/>
          </a:xfrm>
        </p:grpSpPr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C1429F17-FA3F-5ABF-401A-45DA0DF787EF}"/>
                </a:ext>
              </a:extLst>
            </p:cNvPr>
            <p:cNvSpPr/>
            <p:nvPr/>
          </p:nvSpPr>
          <p:spPr>
            <a:xfrm>
              <a:off x="3192781" y="154578"/>
              <a:ext cx="5638800" cy="6565856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  <a:scene3d>
              <a:camera prst="obliqueTopRight"/>
              <a:lightRig rig="soft" dir="t">
                <a:rot lat="0" lon="0" rev="600000"/>
              </a:lightRig>
            </a:scene3d>
            <a:sp3d>
              <a:bevelT w="165100" h="1016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Zylinder 4">
              <a:extLst>
                <a:ext uri="{FF2B5EF4-FFF2-40B4-BE49-F238E27FC236}">
                  <a16:creationId xmlns:a16="http://schemas.microsoft.com/office/drawing/2014/main" id="{649989D9-665A-AACD-6429-B113790CA7AF}"/>
                </a:ext>
              </a:extLst>
            </p:cNvPr>
            <p:cNvSpPr/>
            <p:nvPr/>
          </p:nvSpPr>
          <p:spPr>
            <a:xfrm rot="12667022">
              <a:off x="5532935" y="18619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Zylinder 5">
              <a:extLst>
                <a:ext uri="{FF2B5EF4-FFF2-40B4-BE49-F238E27FC236}">
                  <a16:creationId xmlns:a16="http://schemas.microsoft.com/office/drawing/2014/main" id="{0FE441B1-4325-B0E8-ACC4-62175993238E}"/>
                </a:ext>
              </a:extLst>
            </p:cNvPr>
            <p:cNvSpPr/>
            <p:nvPr/>
          </p:nvSpPr>
          <p:spPr>
            <a:xfrm rot="12667022">
              <a:off x="6025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Zylinder 6">
              <a:extLst>
                <a:ext uri="{FF2B5EF4-FFF2-40B4-BE49-F238E27FC236}">
                  <a16:creationId xmlns:a16="http://schemas.microsoft.com/office/drawing/2014/main" id="{6E88E919-71C2-11D9-D206-445761ED522C}"/>
                </a:ext>
              </a:extLst>
            </p:cNvPr>
            <p:cNvSpPr/>
            <p:nvPr/>
          </p:nvSpPr>
          <p:spPr>
            <a:xfrm rot="12667022">
              <a:off x="6529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Zylinder 15">
              <a:extLst>
                <a:ext uri="{FF2B5EF4-FFF2-40B4-BE49-F238E27FC236}">
                  <a16:creationId xmlns:a16="http://schemas.microsoft.com/office/drawing/2014/main" id="{40126DC3-DCF3-279B-5F98-FBA3FD5D02C0}"/>
                </a:ext>
              </a:extLst>
            </p:cNvPr>
            <p:cNvSpPr/>
            <p:nvPr/>
          </p:nvSpPr>
          <p:spPr>
            <a:xfrm rot="12667022">
              <a:off x="5269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Zylinder 16">
              <a:extLst>
                <a:ext uri="{FF2B5EF4-FFF2-40B4-BE49-F238E27FC236}">
                  <a16:creationId xmlns:a16="http://schemas.microsoft.com/office/drawing/2014/main" id="{31C66F9B-9D75-48D2-BAD5-FEFA4385190C}"/>
                </a:ext>
              </a:extLst>
            </p:cNvPr>
            <p:cNvSpPr/>
            <p:nvPr/>
          </p:nvSpPr>
          <p:spPr>
            <a:xfrm rot="12667022">
              <a:off x="5773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8" name="Zylinder 17">
              <a:extLst>
                <a:ext uri="{FF2B5EF4-FFF2-40B4-BE49-F238E27FC236}">
                  <a16:creationId xmlns:a16="http://schemas.microsoft.com/office/drawing/2014/main" id="{EB6BE06D-8417-8F56-EA0A-26005E7D0100}"/>
                </a:ext>
              </a:extLst>
            </p:cNvPr>
            <p:cNvSpPr/>
            <p:nvPr/>
          </p:nvSpPr>
          <p:spPr>
            <a:xfrm rot="12667022">
              <a:off x="6277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Zylinder 18">
              <a:extLst>
                <a:ext uri="{FF2B5EF4-FFF2-40B4-BE49-F238E27FC236}">
                  <a16:creationId xmlns:a16="http://schemas.microsoft.com/office/drawing/2014/main" id="{94C49B2B-9363-3F12-659C-AFF65951A94E}"/>
                </a:ext>
              </a:extLst>
            </p:cNvPr>
            <p:cNvSpPr/>
            <p:nvPr/>
          </p:nvSpPr>
          <p:spPr>
            <a:xfrm rot="12667022">
              <a:off x="6781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Zylinder 25">
              <a:extLst>
                <a:ext uri="{FF2B5EF4-FFF2-40B4-BE49-F238E27FC236}">
                  <a16:creationId xmlns:a16="http://schemas.microsoft.com/office/drawing/2014/main" id="{846BCF34-BB7D-0ADE-2808-12B0A6B17E09}"/>
                </a:ext>
              </a:extLst>
            </p:cNvPr>
            <p:cNvSpPr/>
            <p:nvPr/>
          </p:nvSpPr>
          <p:spPr>
            <a:xfrm rot="12667022">
              <a:off x="5521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Zylinder 26">
              <a:extLst>
                <a:ext uri="{FF2B5EF4-FFF2-40B4-BE49-F238E27FC236}">
                  <a16:creationId xmlns:a16="http://schemas.microsoft.com/office/drawing/2014/main" id="{1F8F4F3A-8B78-E8B0-8BE6-9E19C75DC3DA}"/>
                </a:ext>
              </a:extLst>
            </p:cNvPr>
            <p:cNvSpPr/>
            <p:nvPr/>
          </p:nvSpPr>
          <p:spPr>
            <a:xfrm rot="12667022">
              <a:off x="6025045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Zylinder 27">
              <a:extLst>
                <a:ext uri="{FF2B5EF4-FFF2-40B4-BE49-F238E27FC236}">
                  <a16:creationId xmlns:a16="http://schemas.microsoft.com/office/drawing/2014/main" id="{17A91728-8705-E30F-C4BB-A85B5CEB9390}"/>
                </a:ext>
              </a:extLst>
            </p:cNvPr>
            <p:cNvSpPr/>
            <p:nvPr/>
          </p:nvSpPr>
          <p:spPr>
            <a:xfrm rot="12667022">
              <a:off x="6529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Zylinder 28">
              <a:extLst>
                <a:ext uri="{FF2B5EF4-FFF2-40B4-BE49-F238E27FC236}">
                  <a16:creationId xmlns:a16="http://schemas.microsoft.com/office/drawing/2014/main" id="{5BB9F116-406B-0C93-9374-CA9EA275CE88}"/>
                </a:ext>
              </a:extLst>
            </p:cNvPr>
            <p:cNvSpPr/>
            <p:nvPr/>
          </p:nvSpPr>
          <p:spPr>
            <a:xfrm rot="12667022">
              <a:off x="6997642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Zylinder 33">
              <a:extLst>
                <a:ext uri="{FF2B5EF4-FFF2-40B4-BE49-F238E27FC236}">
                  <a16:creationId xmlns:a16="http://schemas.microsoft.com/office/drawing/2014/main" id="{A5BEB4FD-F61C-FCCD-FDBC-C36DA5E9A04F}"/>
                </a:ext>
              </a:extLst>
            </p:cNvPr>
            <p:cNvSpPr/>
            <p:nvPr/>
          </p:nvSpPr>
          <p:spPr>
            <a:xfrm rot="12667022">
              <a:off x="5017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Zylinder 35">
              <a:extLst>
                <a:ext uri="{FF2B5EF4-FFF2-40B4-BE49-F238E27FC236}">
                  <a16:creationId xmlns:a16="http://schemas.microsoft.com/office/drawing/2014/main" id="{A4319B8D-ACBE-B934-9D37-B852C50203C6}"/>
                </a:ext>
              </a:extLst>
            </p:cNvPr>
            <p:cNvSpPr/>
            <p:nvPr/>
          </p:nvSpPr>
          <p:spPr>
            <a:xfrm rot="12667022">
              <a:off x="5269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Zylinder 36">
              <a:extLst>
                <a:ext uri="{FF2B5EF4-FFF2-40B4-BE49-F238E27FC236}">
                  <a16:creationId xmlns:a16="http://schemas.microsoft.com/office/drawing/2014/main" id="{81BE802F-D77F-C108-9576-651FD1426021}"/>
                </a:ext>
              </a:extLst>
            </p:cNvPr>
            <p:cNvSpPr/>
            <p:nvPr/>
          </p:nvSpPr>
          <p:spPr>
            <a:xfrm rot="12667022">
              <a:off x="5773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Zylinder 37">
              <a:extLst>
                <a:ext uri="{FF2B5EF4-FFF2-40B4-BE49-F238E27FC236}">
                  <a16:creationId xmlns:a16="http://schemas.microsoft.com/office/drawing/2014/main" id="{05D24970-0314-45FE-438B-DE88F2970CFE}"/>
                </a:ext>
              </a:extLst>
            </p:cNvPr>
            <p:cNvSpPr/>
            <p:nvPr/>
          </p:nvSpPr>
          <p:spPr>
            <a:xfrm rot="12667022">
              <a:off x="6277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Zylinder 38">
              <a:extLst>
                <a:ext uri="{FF2B5EF4-FFF2-40B4-BE49-F238E27FC236}">
                  <a16:creationId xmlns:a16="http://schemas.microsoft.com/office/drawing/2014/main" id="{84B927C4-4E44-72A7-0DB7-2148011A4E38}"/>
                </a:ext>
              </a:extLst>
            </p:cNvPr>
            <p:cNvSpPr/>
            <p:nvPr/>
          </p:nvSpPr>
          <p:spPr>
            <a:xfrm rot="12667022">
              <a:off x="6781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Zylinder 39">
              <a:extLst>
                <a:ext uri="{FF2B5EF4-FFF2-40B4-BE49-F238E27FC236}">
                  <a16:creationId xmlns:a16="http://schemas.microsoft.com/office/drawing/2014/main" id="{16DC9968-EB53-B818-4A89-A016B126AEF8}"/>
                </a:ext>
              </a:extLst>
            </p:cNvPr>
            <p:cNvSpPr/>
            <p:nvPr/>
          </p:nvSpPr>
          <p:spPr>
            <a:xfrm rot="12667022">
              <a:off x="728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Zylinder 43">
              <a:extLst>
                <a:ext uri="{FF2B5EF4-FFF2-40B4-BE49-F238E27FC236}">
                  <a16:creationId xmlns:a16="http://schemas.microsoft.com/office/drawing/2014/main" id="{E3671700-CC8B-F627-9202-896423688A2C}"/>
                </a:ext>
              </a:extLst>
            </p:cNvPr>
            <p:cNvSpPr/>
            <p:nvPr/>
          </p:nvSpPr>
          <p:spPr>
            <a:xfrm rot="12667022">
              <a:off x="476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Zylinder 45">
              <a:extLst>
                <a:ext uri="{FF2B5EF4-FFF2-40B4-BE49-F238E27FC236}">
                  <a16:creationId xmlns:a16="http://schemas.microsoft.com/office/drawing/2014/main" id="{F6B6871B-7C5E-6383-0B63-6FD1D501B711}"/>
                </a:ext>
              </a:extLst>
            </p:cNvPr>
            <p:cNvSpPr/>
            <p:nvPr/>
          </p:nvSpPr>
          <p:spPr>
            <a:xfrm rot="12667022">
              <a:off x="5521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Zylinder 46">
              <a:extLst>
                <a:ext uri="{FF2B5EF4-FFF2-40B4-BE49-F238E27FC236}">
                  <a16:creationId xmlns:a16="http://schemas.microsoft.com/office/drawing/2014/main" id="{FB409718-D271-E508-C7F4-FDAE8CFEC250}"/>
                </a:ext>
              </a:extLst>
            </p:cNvPr>
            <p:cNvSpPr/>
            <p:nvPr/>
          </p:nvSpPr>
          <p:spPr>
            <a:xfrm rot="12667022">
              <a:off x="6025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Zylinder 47">
              <a:extLst>
                <a:ext uri="{FF2B5EF4-FFF2-40B4-BE49-F238E27FC236}">
                  <a16:creationId xmlns:a16="http://schemas.microsoft.com/office/drawing/2014/main" id="{54568A81-4A80-B724-9011-2D486F8484DD}"/>
                </a:ext>
              </a:extLst>
            </p:cNvPr>
            <p:cNvSpPr/>
            <p:nvPr/>
          </p:nvSpPr>
          <p:spPr>
            <a:xfrm rot="12667022">
              <a:off x="6529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Zylinder 48">
              <a:extLst>
                <a:ext uri="{FF2B5EF4-FFF2-40B4-BE49-F238E27FC236}">
                  <a16:creationId xmlns:a16="http://schemas.microsoft.com/office/drawing/2014/main" id="{121E0469-EDD9-CB6C-141F-26EA0447A8F2}"/>
                </a:ext>
              </a:extLst>
            </p:cNvPr>
            <p:cNvSpPr/>
            <p:nvPr/>
          </p:nvSpPr>
          <p:spPr>
            <a:xfrm rot="12667022">
              <a:off x="699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Zylinder 49">
              <a:extLst>
                <a:ext uri="{FF2B5EF4-FFF2-40B4-BE49-F238E27FC236}">
                  <a16:creationId xmlns:a16="http://schemas.microsoft.com/office/drawing/2014/main" id="{64E92D28-97AD-D9D5-74E4-A2B98D9D012C}"/>
                </a:ext>
              </a:extLst>
            </p:cNvPr>
            <p:cNvSpPr/>
            <p:nvPr/>
          </p:nvSpPr>
          <p:spPr>
            <a:xfrm rot="12667022">
              <a:off x="7456371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Zylinder 52">
              <a:extLst>
                <a:ext uri="{FF2B5EF4-FFF2-40B4-BE49-F238E27FC236}">
                  <a16:creationId xmlns:a16="http://schemas.microsoft.com/office/drawing/2014/main" id="{2CF148AA-E9DD-40F3-7B33-C715CF0D234A}"/>
                </a:ext>
              </a:extLst>
            </p:cNvPr>
            <p:cNvSpPr/>
            <p:nvPr/>
          </p:nvSpPr>
          <p:spPr>
            <a:xfrm rot="12667022">
              <a:off x="4528762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Zylinder 53">
              <a:extLst>
                <a:ext uri="{FF2B5EF4-FFF2-40B4-BE49-F238E27FC236}">
                  <a16:creationId xmlns:a16="http://schemas.microsoft.com/office/drawing/2014/main" id="{5911A6A0-35ED-43EA-4A32-9EDFF69314D0}"/>
                </a:ext>
              </a:extLst>
            </p:cNvPr>
            <p:cNvSpPr/>
            <p:nvPr/>
          </p:nvSpPr>
          <p:spPr>
            <a:xfrm rot="12667022">
              <a:off x="501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Zylinder 55">
              <a:extLst>
                <a:ext uri="{FF2B5EF4-FFF2-40B4-BE49-F238E27FC236}">
                  <a16:creationId xmlns:a16="http://schemas.microsoft.com/office/drawing/2014/main" id="{B9679AAC-C8C2-578B-3A13-7D73EB52984E}"/>
                </a:ext>
              </a:extLst>
            </p:cNvPr>
            <p:cNvSpPr/>
            <p:nvPr/>
          </p:nvSpPr>
          <p:spPr>
            <a:xfrm rot="12667022">
              <a:off x="577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Zylinder 56">
              <a:extLst>
                <a:ext uri="{FF2B5EF4-FFF2-40B4-BE49-F238E27FC236}">
                  <a16:creationId xmlns:a16="http://schemas.microsoft.com/office/drawing/2014/main" id="{763DC416-FE94-8B3A-597E-EB61A12F5D21}"/>
                </a:ext>
              </a:extLst>
            </p:cNvPr>
            <p:cNvSpPr/>
            <p:nvPr/>
          </p:nvSpPr>
          <p:spPr>
            <a:xfrm rot="12667022">
              <a:off x="6277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Zylinder 57">
              <a:extLst>
                <a:ext uri="{FF2B5EF4-FFF2-40B4-BE49-F238E27FC236}">
                  <a16:creationId xmlns:a16="http://schemas.microsoft.com/office/drawing/2014/main" id="{28FACF60-8D91-CF34-81BC-1AFEA596794F}"/>
                </a:ext>
              </a:extLst>
            </p:cNvPr>
            <p:cNvSpPr/>
            <p:nvPr/>
          </p:nvSpPr>
          <p:spPr>
            <a:xfrm rot="12667022">
              <a:off x="6781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Zylinder 58">
              <a:extLst>
                <a:ext uri="{FF2B5EF4-FFF2-40B4-BE49-F238E27FC236}">
                  <a16:creationId xmlns:a16="http://schemas.microsoft.com/office/drawing/2014/main" id="{8A7516A4-406F-7BD3-2EDE-C0FDDCF1065D}"/>
                </a:ext>
              </a:extLst>
            </p:cNvPr>
            <p:cNvSpPr/>
            <p:nvPr/>
          </p:nvSpPr>
          <p:spPr>
            <a:xfrm rot="12667022">
              <a:off x="728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" name="Zylinder 59">
              <a:extLst>
                <a:ext uri="{FF2B5EF4-FFF2-40B4-BE49-F238E27FC236}">
                  <a16:creationId xmlns:a16="http://schemas.microsoft.com/office/drawing/2014/main" id="{69F66583-7276-EB26-3B0F-4F1E6D245D62}"/>
                </a:ext>
              </a:extLst>
            </p:cNvPr>
            <p:cNvSpPr/>
            <p:nvPr/>
          </p:nvSpPr>
          <p:spPr>
            <a:xfrm rot="12667022">
              <a:off x="775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Zylinder 61">
              <a:extLst>
                <a:ext uri="{FF2B5EF4-FFF2-40B4-BE49-F238E27FC236}">
                  <a16:creationId xmlns:a16="http://schemas.microsoft.com/office/drawing/2014/main" id="{04940B5F-F55B-F471-6C68-8A9CD8D3DD93}"/>
                </a:ext>
              </a:extLst>
            </p:cNvPr>
            <p:cNvSpPr/>
            <p:nvPr/>
          </p:nvSpPr>
          <p:spPr>
            <a:xfrm rot="12667022">
              <a:off x="4257879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Zylinder 62">
              <a:extLst>
                <a:ext uri="{FF2B5EF4-FFF2-40B4-BE49-F238E27FC236}">
                  <a16:creationId xmlns:a16="http://schemas.microsoft.com/office/drawing/2014/main" id="{E92A91D7-82E6-8649-6D85-A1C7CB75EA16}"/>
                </a:ext>
              </a:extLst>
            </p:cNvPr>
            <p:cNvSpPr/>
            <p:nvPr/>
          </p:nvSpPr>
          <p:spPr>
            <a:xfrm rot="12667022">
              <a:off x="476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Zylinder 63">
              <a:extLst>
                <a:ext uri="{FF2B5EF4-FFF2-40B4-BE49-F238E27FC236}">
                  <a16:creationId xmlns:a16="http://schemas.microsoft.com/office/drawing/2014/main" id="{6539689F-915F-DAA8-1B36-EAB143DA1098}"/>
                </a:ext>
              </a:extLst>
            </p:cNvPr>
            <p:cNvSpPr/>
            <p:nvPr/>
          </p:nvSpPr>
          <p:spPr>
            <a:xfrm rot="12667022">
              <a:off x="5269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Zylinder 65">
              <a:extLst>
                <a:ext uri="{FF2B5EF4-FFF2-40B4-BE49-F238E27FC236}">
                  <a16:creationId xmlns:a16="http://schemas.microsoft.com/office/drawing/2014/main" id="{07616DA4-35E1-4E79-37CC-37127605AD20}"/>
                </a:ext>
              </a:extLst>
            </p:cNvPr>
            <p:cNvSpPr/>
            <p:nvPr/>
          </p:nvSpPr>
          <p:spPr>
            <a:xfrm rot="12667022">
              <a:off x="5521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Zylinder 66">
              <a:extLst>
                <a:ext uri="{FF2B5EF4-FFF2-40B4-BE49-F238E27FC236}">
                  <a16:creationId xmlns:a16="http://schemas.microsoft.com/office/drawing/2014/main" id="{9817FDDC-7290-AE0D-233C-7E328FDE4AEA}"/>
                </a:ext>
              </a:extLst>
            </p:cNvPr>
            <p:cNvSpPr/>
            <p:nvPr/>
          </p:nvSpPr>
          <p:spPr>
            <a:xfrm rot="12667022">
              <a:off x="6025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Zylinder 67">
              <a:extLst>
                <a:ext uri="{FF2B5EF4-FFF2-40B4-BE49-F238E27FC236}">
                  <a16:creationId xmlns:a16="http://schemas.microsoft.com/office/drawing/2014/main" id="{E3658ABC-BDAE-42FC-B938-46434C9E747C}"/>
                </a:ext>
              </a:extLst>
            </p:cNvPr>
            <p:cNvSpPr/>
            <p:nvPr/>
          </p:nvSpPr>
          <p:spPr>
            <a:xfrm rot="12667022">
              <a:off x="6529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Zylinder 68">
              <a:extLst>
                <a:ext uri="{FF2B5EF4-FFF2-40B4-BE49-F238E27FC236}">
                  <a16:creationId xmlns:a16="http://schemas.microsoft.com/office/drawing/2014/main" id="{0112A63B-572B-C6C3-A787-380A34E65DE2}"/>
                </a:ext>
              </a:extLst>
            </p:cNvPr>
            <p:cNvSpPr/>
            <p:nvPr/>
          </p:nvSpPr>
          <p:spPr>
            <a:xfrm rot="12667022">
              <a:off x="699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Zylinder 69">
              <a:extLst>
                <a:ext uri="{FF2B5EF4-FFF2-40B4-BE49-F238E27FC236}">
                  <a16:creationId xmlns:a16="http://schemas.microsoft.com/office/drawing/2014/main" id="{9552256C-DBA4-1D72-FFC0-481F350E44C7}"/>
                </a:ext>
              </a:extLst>
            </p:cNvPr>
            <p:cNvSpPr/>
            <p:nvPr/>
          </p:nvSpPr>
          <p:spPr>
            <a:xfrm rot="12667022">
              <a:off x="7464604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Zylinder 70">
              <a:extLst>
                <a:ext uri="{FF2B5EF4-FFF2-40B4-BE49-F238E27FC236}">
                  <a16:creationId xmlns:a16="http://schemas.microsoft.com/office/drawing/2014/main" id="{4CCFAE00-0E27-4DDB-290B-497F65C37825}"/>
                </a:ext>
              </a:extLst>
            </p:cNvPr>
            <p:cNvSpPr/>
            <p:nvPr/>
          </p:nvSpPr>
          <p:spPr>
            <a:xfrm rot="12667022">
              <a:off x="795317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Zylinder 71">
              <a:extLst>
                <a:ext uri="{FF2B5EF4-FFF2-40B4-BE49-F238E27FC236}">
                  <a16:creationId xmlns:a16="http://schemas.microsoft.com/office/drawing/2014/main" id="{D620BE91-5450-E70A-63AE-C5BDAFFD3015}"/>
                </a:ext>
              </a:extLst>
            </p:cNvPr>
            <p:cNvSpPr/>
            <p:nvPr/>
          </p:nvSpPr>
          <p:spPr>
            <a:xfrm rot="12667022">
              <a:off x="4056851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Zylinder 72">
              <a:extLst>
                <a:ext uri="{FF2B5EF4-FFF2-40B4-BE49-F238E27FC236}">
                  <a16:creationId xmlns:a16="http://schemas.microsoft.com/office/drawing/2014/main" id="{A3DCE314-F5F9-B868-896C-7498FDE694EA}"/>
                </a:ext>
              </a:extLst>
            </p:cNvPr>
            <p:cNvSpPr/>
            <p:nvPr/>
          </p:nvSpPr>
          <p:spPr>
            <a:xfrm rot="12667022">
              <a:off x="4536995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Zylinder 73">
              <a:extLst>
                <a:ext uri="{FF2B5EF4-FFF2-40B4-BE49-F238E27FC236}">
                  <a16:creationId xmlns:a16="http://schemas.microsoft.com/office/drawing/2014/main" id="{C4B3A594-EFD7-433C-1B62-2997F3AF5735}"/>
                </a:ext>
              </a:extLst>
            </p:cNvPr>
            <p:cNvSpPr/>
            <p:nvPr/>
          </p:nvSpPr>
          <p:spPr>
            <a:xfrm rot="12667022">
              <a:off x="501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Flussdiagramm: Manuelle Verarbeitung 95">
              <a:extLst>
                <a:ext uri="{FF2B5EF4-FFF2-40B4-BE49-F238E27FC236}">
                  <a16:creationId xmlns:a16="http://schemas.microsoft.com/office/drawing/2014/main" id="{52F0C123-980F-B4B8-A3E9-4575E0756D5E}"/>
                </a:ext>
              </a:extLst>
            </p:cNvPr>
            <p:cNvSpPr/>
            <p:nvPr/>
          </p:nvSpPr>
          <p:spPr>
            <a:xfrm>
              <a:off x="4962000" y="384907"/>
              <a:ext cx="2268000" cy="118793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3177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6859" y="9890"/>
                  </a:lnTo>
                  <a:lnTo>
                    <a:pt x="3177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  <a:effectLst/>
            <a:scene3d>
              <a:camera prst="obliqueTopRight"/>
              <a:lightRig rig="soft" dir="t"/>
            </a:scene3d>
            <a:sp3d prstMaterial="clear">
              <a:bevelT w="177800" h="635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48D43E28-777C-B476-C24D-03928258BCFD}"/>
                </a:ext>
              </a:extLst>
            </p:cNvPr>
            <p:cNvSpPr/>
            <p:nvPr/>
          </p:nvSpPr>
          <p:spPr>
            <a:xfrm>
              <a:off x="5891220" y="635956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Zylinder 132">
              <a:extLst>
                <a:ext uri="{FF2B5EF4-FFF2-40B4-BE49-F238E27FC236}">
                  <a16:creationId xmlns:a16="http://schemas.microsoft.com/office/drawing/2014/main" id="{A2D98547-3BAB-D81D-7BF4-54D7C74AF928}"/>
                </a:ext>
              </a:extLst>
            </p:cNvPr>
            <p:cNvSpPr/>
            <p:nvPr/>
          </p:nvSpPr>
          <p:spPr>
            <a:xfrm rot="12667022">
              <a:off x="526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Zylinder 133">
              <a:extLst>
                <a:ext uri="{FF2B5EF4-FFF2-40B4-BE49-F238E27FC236}">
                  <a16:creationId xmlns:a16="http://schemas.microsoft.com/office/drawing/2014/main" id="{0725F43B-EC78-994C-B3FA-0E9FA325CA8A}"/>
                </a:ext>
              </a:extLst>
            </p:cNvPr>
            <p:cNvSpPr/>
            <p:nvPr/>
          </p:nvSpPr>
          <p:spPr>
            <a:xfrm rot="12667022">
              <a:off x="577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Zylinder 134">
              <a:extLst>
                <a:ext uri="{FF2B5EF4-FFF2-40B4-BE49-F238E27FC236}">
                  <a16:creationId xmlns:a16="http://schemas.microsoft.com/office/drawing/2014/main" id="{203FC812-AA23-9143-3CE5-6679883B1D18}"/>
                </a:ext>
              </a:extLst>
            </p:cNvPr>
            <p:cNvSpPr/>
            <p:nvPr/>
          </p:nvSpPr>
          <p:spPr>
            <a:xfrm rot="12667022">
              <a:off x="6277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Zylinder 135">
              <a:extLst>
                <a:ext uri="{FF2B5EF4-FFF2-40B4-BE49-F238E27FC236}">
                  <a16:creationId xmlns:a16="http://schemas.microsoft.com/office/drawing/2014/main" id="{9FD98FA0-7FA9-F108-0D0C-9AC8CB460004}"/>
                </a:ext>
              </a:extLst>
            </p:cNvPr>
            <p:cNvSpPr/>
            <p:nvPr/>
          </p:nvSpPr>
          <p:spPr>
            <a:xfrm rot="12667022">
              <a:off x="678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Zylinder 136">
              <a:extLst>
                <a:ext uri="{FF2B5EF4-FFF2-40B4-BE49-F238E27FC236}">
                  <a16:creationId xmlns:a16="http://schemas.microsoft.com/office/drawing/2014/main" id="{E02B8A19-8693-E0D7-9303-62DA1AC15C83}"/>
                </a:ext>
              </a:extLst>
            </p:cNvPr>
            <p:cNvSpPr/>
            <p:nvPr/>
          </p:nvSpPr>
          <p:spPr>
            <a:xfrm rot="12667022">
              <a:off x="728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Zylinder 137">
              <a:extLst>
                <a:ext uri="{FF2B5EF4-FFF2-40B4-BE49-F238E27FC236}">
                  <a16:creationId xmlns:a16="http://schemas.microsoft.com/office/drawing/2014/main" id="{5CB21BBD-CFBD-7727-8051-FBF6FFB022B3}"/>
                </a:ext>
              </a:extLst>
            </p:cNvPr>
            <p:cNvSpPr/>
            <p:nvPr/>
          </p:nvSpPr>
          <p:spPr>
            <a:xfrm rot="12667022">
              <a:off x="778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Zylinder 155">
              <a:extLst>
                <a:ext uri="{FF2B5EF4-FFF2-40B4-BE49-F238E27FC236}">
                  <a16:creationId xmlns:a16="http://schemas.microsoft.com/office/drawing/2014/main" id="{9406E990-A1D6-4303-651F-5896FD258AF7}"/>
                </a:ext>
              </a:extLst>
            </p:cNvPr>
            <p:cNvSpPr/>
            <p:nvPr/>
          </p:nvSpPr>
          <p:spPr>
            <a:xfrm rot="12667022">
              <a:off x="3757140" y="483098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Zylinder 156">
              <a:extLst>
                <a:ext uri="{FF2B5EF4-FFF2-40B4-BE49-F238E27FC236}">
                  <a16:creationId xmlns:a16="http://schemas.microsoft.com/office/drawing/2014/main" id="{07F413E4-34CC-D17D-0E70-86E374D3BBC9}"/>
                </a:ext>
              </a:extLst>
            </p:cNvPr>
            <p:cNvSpPr/>
            <p:nvPr/>
          </p:nvSpPr>
          <p:spPr>
            <a:xfrm rot="12667022">
              <a:off x="426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Zylinder 157">
              <a:extLst>
                <a:ext uri="{FF2B5EF4-FFF2-40B4-BE49-F238E27FC236}">
                  <a16:creationId xmlns:a16="http://schemas.microsoft.com/office/drawing/2014/main" id="{2F280D33-DCEE-139E-1E29-C7DE12938FF3}"/>
                </a:ext>
              </a:extLst>
            </p:cNvPr>
            <p:cNvSpPr/>
            <p:nvPr/>
          </p:nvSpPr>
          <p:spPr>
            <a:xfrm rot="12667022">
              <a:off x="476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Zylinder 159">
              <a:extLst>
                <a:ext uri="{FF2B5EF4-FFF2-40B4-BE49-F238E27FC236}">
                  <a16:creationId xmlns:a16="http://schemas.microsoft.com/office/drawing/2014/main" id="{DF3EB16C-E51D-71E9-A69D-448D7C5FB285}"/>
                </a:ext>
              </a:extLst>
            </p:cNvPr>
            <p:cNvSpPr/>
            <p:nvPr/>
          </p:nvSpPr>
          <p:spPr>
            <a:xfrm rot="12667022">
              <a:off x="829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EABC75FB-3761-5326-C975-3238E153335E}"/>
                </a:ext>
              </a:extLst>
            </p:cNvPr>
            <p:cNvSpPr/>
            <p:nvPr/>
          </p:nvSpPr>
          <p:spPr>
            <a:xfrm>
              <a:off x="5898826" y="606263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1ADB8D4D-237D-7E45-7E8A-E7AA186D9C7A}"/>
                </a:ext>
              </a:extLst>
            </p:cNvPr>
            <p:cNvSpPr/>
            <p:nvPr/>
          </p:nvSpPr>
          <p:spPr>
            <a:xfrm>
              <a:off x="5898826" y="576872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0411D81A-61F4-6926-6E5B-98C9288F55A7}"/>
                </a:ext>
              </a:extLst>
            </p:cNvPr>
            <p:cNvSpPr/>
            <p:nvPr/>
          </p:nvSpPr>
          <p:spPr>
            <a:xfrm>
              <a:off x="5891135" y="547716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52168DA4-C3F3-9BB2-6585-1D3F48EE420D}"/>
                </a:ext>
              </a:extLst>
            </p:cNvPr>
            <p:cNvSpPr/>
            <p:nvPr/>
          </p:nvSpPr>
          <p:spPr>
            <a:xfrm>
              <a:off x="5891135" y="51832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Ellipse 168">
              <a:extLst>
                <a:ext uri="{FF2B5EF4-FFF2-40B4-BE49-F238E27FC236}">
                  <a16:creationId xmlns:a16="http://schemas.microsoft.com/office/drawing/2014/main" id="{66D87282-64B9-2AA0-CFB8-1AF9264544D2}"/>
                </a:ext>
              </a:extLst>
            </p:cNvPr>
            <p:cNvSpPr/>
            <p:nvPr/>
          </p:nvSpPr>
          <p:spPr>
            <a:xfrm>
              <a:off x="5413310" y="635651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7F0F77D3-8A32-59BE-BBF8-AAF7F30D208A}"/>
                </a:ext>
              </a:extLst>
            </p:cNvPr>
            <p:cNvSpPr/>
            <p:nvPr/>
          </p:nvSpPr>
          <p:spPr>
            <a:xfrm>
              <a:off x="5405619" y="60649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EA2CB224-185B-FEF6-E2CA-270E9EB28098}"/>
                </a:ext>
              </a:extLst>
            </p:cNvPr>
            <p:cNvSpPr/>
            <p:nvPr/>
          </p:nvSpPr>
          <p:spPr>
            <a:xfrm>
              <a:off x="5405619" y="577104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D90A4327-73E6-4ADB-D29D-283D2B8172BC}"/>
                </a:ext>
              </a:extLst>
            </p:cNvPr>
            <p:cNvSpPr/>
            <p:nvPr/>
          </p:nvSpPr>
          <p:spPr>
            <a:xfrm>
              <a:off x="6367545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8D9C8743-26F9-4F72-B5E7-C2BE11051913}"/>
                </a:ext>
              </a:extLst>
            </p:cNvPr>
            <p:cNvSpPr/>
            <p:nvPr/>
          </p:nvSpPr>
          <p:spPr>
            <a:xfrm>
              <a:off x="6359854" y="60355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E2B6ECE3-EAFE-FD72-4BFB-7144D287D86F}"/>
                </a:ext>
              </a:extLst>
            </p:cNvPr>
            <p:cNvSpPr/>
            <p:nvPr/>
          </p:nvSpPr>
          <p:spPr>
            <a:xfrm>
              <a:off x="6359854" y="574159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1112ABF3-B653-9139-F9EF-36FE2AD769B0}"/>
                </a:ext>
              </a:extLst>
            </p:cNvPr>
            <p:cNvSpPr/>
            <p:nvPr/>
          </p:nvSpPr>
          <p:spPr>
            <a:xfrm>
              <a:off x="6358319" y="54438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Ellipse 175">
              <a:extLst>
                <a:ext uri="{FF2B5EF4-FFF2-40B4-BE49-F238E27FC236}">
                  <a16:creationId xmlns:a16="http://schemas.microsoft.com/office/drawing/2014/main" id="{9AB8AFB1-5616-1453-FC2F-9A38F0566FFF}"/>
                </a:ext>
              </a:extLst>
            </p:cNvPr>
            <p:cNvSpPr/>
            <p:nvPr/>
          </p:nvSpPr>
          <p:spPr>
            <a:xfrm>
              <a:off x="6857541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6A78680B-6065-C5F4-E873-1C0C454464A7}"/>
                </a:ext>
              </a:extLst>
            </p:cNvPr>
            <p:cNvSpPr/>
            <p:nvPr/>
          </p:nvSpPr>
          <p:spPr>
            <a:xfrm>
              <a:off x="6856006" y="60403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Ellipse 177">
              <a:extLst>
                <a:ext uri="{FF2B5EF4-FFF2-40B4-BE49-F238E27FC236}">
                  <a16:creationId xmlns:a16="http://schemas.microsoft.com/office/drawing/2014/main" id="{0A089F42-7E06-04C7-BF86-A12D4306535F}"/>
                </a:ext>
              </a:extLst>
            </p:cNvPr>
            <p:cNvSpPr/>
            <p:nvPr/>
          </p:nvSpPr>
          <p:spPr>
            <a:xfrm>
              <a:off x="4892463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187E309C-F5A9-E97A-34FA-AD2E3E831F98}"/>
                </a:ext>
              </a:extLst>
            </p:cNvPr>
            <p:cNvSpPr/>
            <p:nvPr/>
          </p:nvSpPr>
          <p:spPr>
            <a:xfrm>
              <a:off x="4890871" y="60437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E4306D20-90CF-25C1-02E8-6DCA396D20D9}"/>
                </a:ext>
              </a:extLst>
            </p:cNvPr>
            <p:cNvSpPr/>
            <p:nvPr/>
          </p:nvSpPr>
          <p:spPr>
            <a:xfrm>
              <a:off x="6856006" y="57507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Ellipse 180">
              <a:extLst>
                <a:ext uri="{FF2B5EF4-FFF2-40B4-BE49-F238E27FC236}">
                  <a16:creationId xmlns:a16="http://schemas.microsoft.com/office/drawing/2014/main" id="{71902E22-8028-2489-844A-B5AB2288A04E}"/>
                </a:ext>
              </a:extLst>
            </p:cNvPr>
            <p:cNvSpPr/>
            <p:nvPr/>
          </p:nvSpPr>
          <p:spPr>
            <a:xfrm>
              <a:off x="4393558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4CA7C1D7-4D5A-F591-2F95-8B8ED92AF47E}"/>
                </a:ext>
              </a:extLst>
            </p:cNvPr>
            <p:cNvSpPr/>
            <p:nvPr/>
          </p:nvSpPr>
          <p:spPr>
            <a:xfrm>
              <a:off x="7366274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6011DF0D-472C-888E-B4FE-981FA4081EA5}"/>
                </a:ext>
              </a:extLst>
            </p:cNvPr>
            <p:cNvSpPr/>
            <p:nvPr/>
          </p:nvSpPr>
          <p:spPr>
            <a:xfrm>
              <a:off x="7865022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Ellipse 187">
              <a:extLst>
                <a:ext uri="{FF2B5EF4-FFF2-40B4-BE49-F238E27FC236}">
                  <a16:creationId xmlns:a16="http://schemas.microsoft.com/office/drawing/2014/main" id="{8146D0E4-0298-F4A8-1FE0-C02A82F1DC94}"/>
                </a:ext>
              </a:extLst>
            </p:cNvPr>
            <p:cNvSpPr/>
            <p:nvPr/>
          </p:nvSpPr>
          <p:spPr>
            <a:xfrm>
              <a:off x="5698932" y="7757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Ellipse 188">
              <a:extLst>
                <a:ext uri="{FF2B5EF4-FFF2-40B4-BE49-F238E27FC236}">
                  <a16:creationId xmlns:a16="http://schemas.microsoft.com/office/drawing/2014/main" id="{5B560227-9DFF-6A73-A8CE-C6621F78834B}"/>
                </a:ext>
              </a:extLst>
            </p:cNvPr>
            <p:cNvSpPr/>
            <p:nvPr/>
          </p:nvSpPr>
          <p:spPr>
            <a:xfrm>
              <a:off x="5673057" y="121228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E91DE6B4-4CCE-363C-E382-510B2B85621B}"/>
                </a:ext>
              </a:extLst>
            </p:cNvPr>
            <p:cNvSpPr/>
            <p:nvPr/>
          </p:nvSpPr>
          <p:spPr>
            <a:xfrm>
              <a:off x="6267909" y="123255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1C043D1C-5818-F3AE-20AF-C416AD9E57F5}"/>
                </a:ext>
              </a:extLst>
            </p:cNvPr>
            <p:cNvSpPr/>
            <p:nvPr/>
          </p:nvSpPr>
          <p:spPr>
            <a:xfrm>
              <a:off x="5978836" y="12393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B544F7E7-30FB-03E4-7362-4FF8C76C4E01}"/>
                </a:ext>
              </a:extLst>
            </p:cNvPr>
            <p:cNvSpPr/>
            <p:nvPr/>
          </p:nvSpPr>
          <p:spPr>
            <a:xfrm>
              <a:off x="6016599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EDDAAFD9-986D-00F7-E79B-3AEBE94812ED}"/>
                </a:ext>
              </a:extLst>
            </p:cNvPr>
            <p:cNvSpPr/>
            <p:nvPr/>
          </p:nvSpPr>
          <p:spPr>
            <a:xfrm>
              <a:off x="6160658" y="96101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E705CA29-AC1D-E2A6-4E44-F6B54008B94A}"/>
                </a:ext>
              </a:extLst>
            </p:cNvPr>
            <p:cNvSpPr/>
            <p:nvPr/>
          </p:nvSpPr>
          <p:spPr>
            <a:xfrm>
              <a:off x="5533396" y="9549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7AEAECB0-14D1-D5B2-5241-C7CF96A59D4B}"/>
                </a:ext>
              </a:extLst>
            </p:cNvPr>
            <p:cNvSpPr/>
            <p:nvPr/>
          </p:nvSpPr>
          <p:spPr>
            <a:xfrm>
              <a:off x="6336770" y="74303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95">
              <a:extLst>
                <a:ext uri="{FF2B5EF4-FFF2-40B4-BE49-F238E27FC236}">
                  <a16:creationId xmlns:a16="http://schemas.microsoft.com/office/drawing/2014/main" id="{F08CA18D-B0DC-F6BB-E0BC-2E48F19185B9}"/>
                </a:ext>
              </a:extLst>
            </p:cNvPr>
            <p:cNvSpPr/>
            <p:nvPr/>
          </p:nvSpPr>
          <p:spPr>
            <a:xfrm>
              <a:off x="5852458" y="97378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66D61B3E-D5DC-539D-6C49-E3C57B558DF0}"/>
                </a:ext>
              </a:extLst>
            </p:cNvPr>
            <p:cNvSpPr/>
            <p:nvPr/>
          </p:nvSpPr>
          <p:spPr>
            <a:xfrm>
              <a:off x="6616570" y="6827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97">
              <a:extLst>
                <a:ext uri="{FF2B5EF4-FFF2-40B4-BE49-F238E27FC236}">
                  <a16:creationId xmlns:a16="http://schemas.microsoft.com/office/drawing/2014/main" id="{9AB3BB1A-8ACA-A9D4-3594-5F2F62488D36}"/>
                </a:ext>
              </a:extLst>
            </p:cNvPr>
            <p:cNvSpPr/>
            <p:nvPr/>
          </p:nvSpPr>
          <p:spPr>
            <a:xfrm>
              <a:off x="6462039" y="97446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C4838BDE-32D8-24F0-6AFE-2C1210DF0633}"/>
                </a:ext>
              </a:extLst>
            </p:cNvPr>
            <p:cNvSpPr/>
            <p:nvPr/>
          </p:nvSpPr>
          <p:spPr>
            <a:xfrm>
              <a:off x="5363365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45797CA2-104D-A630-8B6C-CEB744BE3F25}"/>
                </a:ext>
              </a:extLst>
            </p:cNvPr>
            <p:cNvSpPr/>
            <p:nvPr/>
          </p:nvSpPr>
          <p:spPr>
            <a:xfrm>
              <a:off x="6125791" y="282840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Ellipse 200">
              <a:extLst>
                <a:ext uri="{FF2B5EF4-FFF2-40B4-BE49-F238E27FC236}">
                  <a16:creationId xmlns:a16="http://schemas.microsoft.com/office/drawing/2014/main" id="{CAB9BC3D-3656-AB46-577C-F33774EAB29B}"/>
                </a:ext>
              </a:extLst>
            </p:cNvPr>
            <p:cNvSpPr/>
            <p:nvPr/>
          </p:nvSpPr>
          <p:spPr>
            <a:xfrm>
              <a:off x="5918990" y="15743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Ellipse 201">
              <a:extLst>
                <a:ext uri="{FF2B5EF4-FFF2-40B4-BE49-F238E27FC236}">
                  <a16:creationId xmlns:a16="http://schemas.microsoft.com/office/drawing/2014/main" id="{07EA29E7-A1B6-068F-FDD4-91029D423198}"/>
                </a:ext>
              </a:extLst>
            </p:cNvPr>
            <p:cNvSpPr/>
            <p:nvPr/>
          </p:nvSpPr>
          <p:spPr>
            <a:xfrm>
              <a:off x="5216760" y="4319566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Ellipse 203">
              <a:extLst>
                <a:ext uri="{FF2B5EF4-FFF2-40B4-BE49-F238E27FC236}">
                  <a16:creationId xmlns:a16="http://schemas.microsoft.com/office/drawing/2014/main" id="{B81E1F6F-E5ED-3F6B-55FA-4EBD09B288EB}"/>
                </a:ext>
              </a:extLst>
            </p:cNvPr>
            <p:cNvSpPr/>
            <p:nvPr/>
          </p:nvSpPr>
          <p:spPr>
            <a:xfrm>
              <a:off x="5587040" y="5060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Ellipse 204">
              <a:extLst>
                <a:ext uri="{FF2B5EF4-FFF2-40B4-BE49-F238E27FC236}">
                  <a16:creationId xmlns:a16="http://schemas.microsoft.com/office/drawing/2014/main" id="{87C94079-DFBD-5F8D-4D77-1E6A77C35BC7}"/>
                </a:ext>
              </a:extLst>
            </p:cNvPr>
            <p:cNvSpPr/>
            <p:nvPr/>
          </p:nvSpPr>
          <p:spPr>
            <a:xfrm>
              <a:off x="5875689" y="46159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1A067EA0-A484-73AD-9765-1DCF417E909F}"/>
                </a:ext>
              </a:extLst>
            </p:cNvPr>
            <p:cNvSpPr/>
            <p:nvPr/>
          </p:nvSpPr>
          <p:spPr>
            <a:xfrm>
              <a:off x="6192736" y="48731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4DD0F8CE-CA8E-6798-1B02-ED8281018684}"/>
                </a:ext>
              </a:extLst>
            </p:cNvPr>
            <p:cNvSpPr/>
            <p:nvPr/>
          </p:nvSpPr>
          <p:spPr>
            <a:xfrm>
              <a:off x="3651395" y="4958917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4" name="Rechteck 223">
              <a:extLst>
                <a:ext uri="{FF2B5EF4-FFF2-40B4-BE49-F238E27FC236}">
                  <a16:creationId xmlns:a16="http://schemas.microsoft.com/office/drawing/2014/main" id="{B2D98BE9-8F8F-A098-19AA-10ECAA9C8F12}"/>
                </a:ext>
              </a:extLst>
            </p:cNvPr>
            <p:cNvSpPr/>
            <p:nvPr/>
          </p:nvSpPr>
          <p:spPr>
            <a:xfrm>
              <a:off x="4143978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5" name="Rechteck 224">
              <a:extLst>
                <a:ext uri="{FF2B5EF4-FFF2-40B4-BE49-F238E27FC236}">
                  <a16:creationId xmlns:a16="http://schemas.microsoft.com/office/drawing/2014/main" id="{E911AD4E-0D9A-DF43-2FD7-2B6E3A3F78A0}"/>
                </a:ext>
              </a:extLst>
            </p:cNvPr>
            <p:cNvSpPr/>
            <p:nvPr/>
          </p:nvSpPr>
          <p:spPr>
            <a:xfrm>
              <a:off x="4656960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6" name="Rechteck 225">
              <a:extLst>
                <a:ext uri="{FF2B5EF4-FFF2-40B4-BE49-F238E27FC236}">
                  <a16:creationId xmlns:a16="http://schemas.microsoft.com/office/drawing/2014/main" id="{9F1EA162-D6A2-1538-F585-5B6CBEBEC880}"/>
                </a:ext>
              </a:extLst>
            </p:cNvPr>
            <p:cNvSpPr/>
            <p:nvPr/>
          </p:nvSpPr>
          <p:spPr>
            <a:xfrm>
              <a:off x="5155173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7" name="Rechteck 226">
              <a:extLst>
                <a:ext uri="{FF2B5EF4-FFF2-40B4-BE49-F238E27FC236}">
                  <a16:creationId xmlns:a16="http://schemas.microsoft.com/office/drawing/2014/main" id="{3023B08C-65AE-324F-07B2-3F93E98C753F}"/>
                </a:ext>
              </a:extLst>
            </p:cNvPr>
            <p:cNvSpPr/>
            <p:nvPr/>
          </p:nvSpPr>
          <p:spPr>
            <a:xfrm>
              <a:off x="8191762" y="495090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1" name="Rechteck 230">
              <a:extLst>
                <a:ext uri="{FF2B5EF4-FFF2-40B4-BE49-F238E27FC236}">
                  <a16:creationId xmlns:a16="http://schemas.microsoft.com/office/drawing/2014/main" id="{A2A45940-E472-49B3-75CC-0B208EFCD65D}"/>
                </a:ext>
              </a:extLst>
            </p:cNvPr>
            <p:cNvSpPr/>
            <p:nvPr/>
          </p:nvSpPr>
          <p:spPr>
            <a:xfrm>
              <a:off x="5673119" y="4959355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2" name="Rechteck 231">
              <a:extLst>
                <a:ext uri="{FF2B5EF4-FFF2-40B4-BE49-F238E27FC236}">
                  <a16:creationId xmlns:a16="http://schemas.microsoft.com/office/drawing/2014/main" id="{7E045D8B-CFB8-31BC-2FDB-E62A43E224D2}"/>
                </a:ext>
              </a:extLst>
            </p:cNvPr>
            <p:cNvSpPr/>
            <p:nvPr/>
          </p:nvSpPr>
          <p:spPr>
            <a:xfrm>
              <a:off x="6171332" y="4953056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3" name="Rechteck 232">
              <a:extLst>
                <a:ext uri="{FF2B5EF4-FFF2-40B4-BE49-F238E27FC236}">
                  <a16:creationId xmlns:a16="http://schemas.microsoft.com/office/drawing/2014/main" id="{BB4206C8-91AC-1705-3879-4EBD200DE7B6}"/>
                </a:ext>
              </a:extLst>
            </p:cNvPr>
            <p:cNvSpPr/>
            <p:nvPr/>
          </p:nvSpPr>
          <p:spPr>
            <a:xfrm>
              <a:off x="6668091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4" name="Rechteck 233">
              <a:extLst>
                <a:ext uri="{FF2B5EF4-FFF2-40B4-BE49-F238E27FC236}">
                  <a16:creationId xmlns:a16="http://schemas.microsoft.com/office/drawing/2014/main" id="{2D07B378-642F-7BC9-0998-F1F9A9C63007}"/>
                </a:ext>
              </a:extLst>
            </p:cNvPr>
            <p:cNvSpPr/>
            <p:nvPr/>
          </p:nvSpPr>
          <p:spPr>
            <a:xfrm>
              <a:off x="7166304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5" name="Rechteck 234">
              <a:extLst>
                <a:ext uri="{FF2B5EF4-FFF2-40B4-BE49-F238E27FC236}">
                  <a16:creationId xmlns:a16="http://schemas.microsoft.com/office/drawing/2014/main" id="{3779A93A-BC7A-D91D-3B91-AF1987102C8D}"/>
                </a:ext>
              </a:extLst>
            </p:cNvPr>
            <p:cNvSpPr/>
            <p:nvPr/>
          </p:nvSpPr>
          <p:spPr>
            <a:xfrm>
              <a:off x="7686255" y="495322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6" name="Ellipse 235">
              <a:extLst>
                <a:ext uri="{FF2B5EF4-FFF2-40B4-BE49-F238E27FC236}">
                  <a16:creationId xmlns:a16="http://schemas.microsoft.com/office/drawing/2014/main" id="{33384904-038B-AD40-C366-54A3E6EB2992}"/>
                </a:ext>
              </a:extLst>
            </p:cNvPr>
            <p:cNvSpPr/>
            <p:nvPr/>
          </p:nvSpPr>
          <p:spPr>
            <a:xfrm>
              <a:off x="5181293" y="48578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F4C216-3D74-568D-D657-BE46E385374F}"/>
              </a:ext>
            </a:extLst>
          </p:cNvPr>
          <p:cNvSpPr txBox="1"/>
          <p:nvPr/>
        </p:nvSpPr>
        <p:spPr>
          <a:xfrm>
            <a:off x="455806" y="413219"/>
            <a:ext cx="3421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The Galton Board</a:t>
            </a:r>
            <a:endParaRPr lang="LID4096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303C9-3794-80CD-5453-A23D321FDF2E}"/>
              </a:ext>
            </a:extLst>
          </p:cNvPr>
          <p:cNvSpPr txBox="1"/>
          <p:nvPr/>
        </p:nvSpPr>
        <p:spPr>
          <a:xfrm>
            <a:off x="4984997" y="1869900"/>
            <a:ext cx="66788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endParaRPr lang="en-US" dirty="0"/>
          </a:p>
          <a:p>
            <a:pPr marL="342900" indent="-342900">
              <a:buFont typeface="+mj-lt"/>
              <a:buAutoNum type="alphaLcParenR"/>
            </a:pPr>
            <a:r>
              <a:rPr lang="en-US" sz="2000" dirty="0"/>
              <a:t>Is the system </a:t>
            </a:r>
            <a:r>
              <a:rPr lang="en-US" sz="2000" b="1" dirty="0"/>
              <a:t>deterministic</a:t>
            </a:r>
            <a:r>
              <a:rPr lang="en-US" sz="2000" dirty="0"/>
              <a:t> or </a:t>
            </a:r>
            <a:r>
              <a:rPr lang="en-US" sz="2000" b="1" dirty="0"/>
              <a:t>indeterministic</a:t>
            </a:r>
            <a:r>
              <a:rPr lang="en-US" sz="2000" dirty="0"/>
              <a:t>?</a:t>
            </a:r>
          </a:p>
          <a:p>
            <a:pPr marL="342900" indent="-342900">
              <a:buFont typeface="+mj-lt"/>
              <a:buAutoNum type="alphaLcParenR"/>
            </a:pPr>
            <a:endParaRPr lang="en-US" sz="2000" dirty="0"/>
          </a:p>
          <a:p>
            <a:pPr marL="342900" indent="-342900">
              <a:buFont typeface="+mj-lt"/>
              <a:buAutoNum type="alphaLcParenR"/>
            </a:pPr>
            <a:r>
              <a:rPr lang="en-US" sz="2000" dirty="0"/>
              <a:t>What about the system is </a:t>
            </a:r>
            <a:r>
              <a:rPr lang="en-US" sz="2000" b="1" dirty="0"/>
              <a:t>predictable/unpredictable</a:t>
            </a:r>
            <a:r>
              <a:rPr lang="en-US" sz="2000" dirty="0"/>
              <a:t>?</a:t>
            </a:r>
          </a:p>
          <a:p>
            <a:pPr marL="342900" indent="-342900">
              <a:buFont typeface="+mj-lt"/>
              <a:buAutoNum type="alphaLcParenR"/>
            </a:pPr>
            <a:endParaRPr lang="en-US" sz="2000" dirty="0"/>
          </a:p>
          <a:p>
            <a:pPr marL="342900" indent="-342900">
              <a:buFont typeface="+mj-lt"/>
              <a:buAutoNum type="alphaLcParenR"/>
            </a:pPr>
            <a:r>
              <a:rPr lang="en-US" sz="2000" dirty="0"/>
              <a:t>What </a:t>
            </a:r>
            <a:r>
              <a:rPr lang="en-US" sz="2000" b="1" dirty="0"/>
              <a:t>statistical phenomenon </a:t>
            </a:r>
            <a:r>
              <a:rPr lang="en-US" sz="2000" dirty="0"/>
              <a:t>do you observe?</a:t>
            </a:r>
          </a:p>
          <a:p>
            <a:pPr marL="342900" indent="-342900">
              <a:buFont typeface="+mj-lt"/>
              <a:buAutoNum type="alphaLcParenR"/>
            </a:pPr>
            <a:endParaRPr lang="en-US" sz="2000" dirty="0"/>
          </a:p>
          <a:p>
            <a:pPr marL="342900" indent="-342900">
              <a:buFont typeface="+mj-lt"/>
              <a:buAutoNum type="alphaLcParenR"/>
            </a:pPr>
            <a:r>
              <a:rPr lang="en-US" sz="2000" dirty="0"/>
              <a:t>How do you </a:t>
            </a:r>
            <a:r>
              <a:rPr lang="en-US" sz="2000" b="1" dirty="0"/>
              <a:t>explain</a:t>
            </a:r>
            <a:r>
              <a:rPr lang="en-US" sz="2000" dirty="0"/>
              <a:t> the statistical phenomenon?</a:t>
            </a:r>
          </a:p>
          <a:p>
            <a:pPr marL="342900" indent="-342900">
              <a:buFont typeface="+mj-lt"/>
              <a:buAutoNum type="alphaLcParenR"/>
            </a:pPr>
            <a:endParaRPr lang="en-US" sz="2000" dirty="0"/>
          </a:p>
          <a:p>
            <a:pPr marL="342900" indent="-342900">
              <a:buFont typeface="+mj-lt"/>
              <a:buAutoNum type="alphaLcParenR"/>
            </a:pPr>
            <a:r>
              <a:rPr lang="en-US" sz="2000" dirty="0"/>
              <a:t>Where (if at all) did you invoke the concept of </a:t>
            </a:r>
            <a:r>
              <a:rPr lang="en-US" sz="2000" b="1" dirty="0"/>
              <a:t>probability</a:t>
            </a:r>
            <a:r>
              <a:rPr lang="en-US" sz="2000" dirty="0"/>
              <a:t>? </a:t>
            </a:r>
          </a:p>
          <a:p>
            <a:pPr marL="342900" indent="-342900">
              <a:buFont typeface="+mj-lt"/>
              <a:buAutoNum type="alphaLcParenR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1385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hteck 163">
            <a:extLst>
              <a:ext uri="{FF2B5EF4-FFF2-40B4-BE49-F238E27FC236}">
                <a16:creationId xmlns:a16="http://schemas.microsoft.com/office/drawing/2014/main" id="{76098EAA-8A2B-C8C0-B83A-E503D6A6001B}"/>
              </a:ext>
            </a:extLst>
          </p:cNvPr>
          <p:cNvSpPr/>
          <p:nvPr/>
        </p:nvSpPr>
        <p:spPr>
          <a:xfrm>
            <a:off x="815822" y="559451"/>
            <a:ext cx="1842105" cy="1403420"/>
          </a:xfrm>
          <a:prstGeom prst="rect">
            <a:avLst/>
          </a:prstGeom>
          <a:solidFill>
            <a:schemeClr val="accent2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1D51B83-85D7-C8D1-E771-AD43BCE01870}"/>
              </a:ext>
            </a:extLst>
          </p:cNvPr>
          <p:cNvCxnSpPr>
            <a:cxnSpLocks/>
          </p:cNvCxnSpPr>
          <p:nvPr/>
        </p:nvCxnSpPr>
        <p:spPr>
          <a:xfrm>
            <a:off x="663422" y="1962876"/>
            <a:ext cx="19945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F57DDA91-126C-5FF5-61F7-217D0FB3038F}"/>
              </a:ext>
            </a:extLst>
          </p:cNvPr>
          <p:cNvCxnSpPr>
            <a:cxnSpLocks/>
          </p:cNvCxnSpPr>
          <p:nvPr/>
        </p:nvCxnSpPr>
        <p:spPr>
          <a:xfrm flipV="1">
            <a:off x="815822" y="541680"/>
            <a:ext cx="0" cy="15735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Ellipse 162">
            <a:extLst>
              <a:ext uri="{FF2B5EF4-FFF2-40B4-BE49-F238E27FC236}">
                <a16:creationId xmlns:a16="http://schemas.microsoft.com/office/drawing/2014/main" id="{B5380339-6A9E-0D12-8015-C08C91BFAC16}"/>
              </a:ext>
            </a:extLst>
          </p:cNvPr>
          <p:cNvSpPr/>
          <p:nvPr/>
        </p:nvSpPr>
        <p:spPr>
          <a:xfrm>
            <a:off x="1802236" y="1076373"/>
            <a:ext cx="76059" cy="760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520866A2-429C-6786-B920-4D183881C488}"/>
                  </a:ext>
                </a:extLst>
              </p:cNvPr>
              <p:cNvSpPr txBox="1"/>
              <p:nvPr/>
            </p:nvSpPr>
            <p:spPr>
              <a:xfrm>
                <a:off x="902831" y="2302038"/>
                <a:ext cx="17550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1600" b="0" dirty="0" err="1"/>
                  <a:t>Typicality</a:t>
                </a:r>
                <a:r>
                  <a:rPr lang="de-DE" sz="1600" b="0" dirty="0"/>
                  <a:t> </a:t>
                </a:r>
                <a:r>
                  <a:rPr lang="de-DE" sz="1600" b="0" dirty="0" err="1"/>
                  <a:t>measure</a:t>
                </a:r>
                <a:r>
                  <a:rPr lang="de-DE" sz="1600" b="0" dirty="0"/>
                  <a:t>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de-DE" sz="1600" dirty="0"/>
                  <a:t> </a:t>
                </a:r>
              </a:p>
              <a:p>
                <a:r>
                  <a:rPr lang="de-DE" sz="1600" dirty="0"/>
                  <a:t>on </a:t>
                </a:r>
                <a:r>
                  <a:rPr lang="de-DE" sz="1600" dirty="0" err="1"/>
                  <a:t>phase</a:t>
                </a:r>
                <a:r>
                  <a:rPr lang="de-DE" sz="1600" dirty="0"/>
                  <a:t> </a:t>
                </a:r>
                <a:r>
                  <a:rPr lang="de-DE" sz="1600" dirty="0" err="1"/>
                  <a:t>space</a:t>
                </a:r>
                <a:endParaRPr lang="de-DE" sz="16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520866A2-429C-6786-B920-4D183881C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31" y="2302038"/>
                <a:ext cx="1755096" cy="492443"/>
              </a:xfrm>
              <a:prstGeom prst="rect">
                <a:avLst/>
              </a:prstGeom>
              <a:blipFill>
                <a:blip r:embed="rId2"/>
                <a:stretch>
                  <a:fillRect l="-6944" t="-13750" b="-2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D3DC4D0-F3FC-E601-CF34-2CB43E5564EA}"/>
              </a:ext>
            </a:extLst>
          </p:cNvPr>
          <p:cNvGrpSpPr/>
          <p:nvPr/>
        </p:nvGrpSpPr>
        <p:grpSpPr>
          <a:xfrm>
            <a:off x="3912955" y="679783"/>
            <a:ext cx="4900175" cy="5946586"/>
            <a:chOff x="3192781" y="154578"/>
            <a:chExt cx="5638800" cy="6842940"/>
          </a:xfrm>
        </p:grpSpPr>
        <p:sp>
          <p:nvSpPr>
            <p:cNvPr id="75" name="Rechteck 130">
              <a:extLst>
                <a:ext uri="{FF2B5EF4-FFF2-40B4-BE49-F238E27FC236}">
                  <a16:creationId xmlns:a16="http://schemas.microsoft.com/office/drawing/2014/main" id="{79DFE048-665C-ABE0-6252-2F59BA2598A9}"/>
                </a:ext>
              </a:extLst>
            </p:cNvPr>
            <p:cNvSpPr/>
            <p:nvPr/>
          </p:nvSpPr>
          <p:spPr>
            <a:xfrm>
              <a:off x="3192781" y="154578"/>
              <a:ext cx="5638800" cy="6565856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  <a:scene3d>
              <a:camera prst="obliqueTopRight"/>
              <a:lightRig rig="soft" dir="t">
                <a:rot lat="0" lon="0" rev="600000"/>
              </a:lightRig>
            </a:scene3d>
            <a:sp3d>
              <a:bevelT w="165100" h="1016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Zylinder 4">
              <a:extLst>
                <a:ext uri="{FF2B5EF4-FFF2-40B4-BE49-F238E27FC236}">
                  <a16:creationId xmlns:a16="http://schemas.microsoft.com/office/drawing/2014/main" id="{B86080A9-7875-6686-35E0-465201157BB2}"/>
                </a:ext>
              </a:extLst>
            </p:cNvPr>
            <p:cNvSpPr/>
            <p:nvPr/>
          </p:nvSpPr>
          <p:spPr>
            <a:xfrm rot="12667022">
              <a:off x="5532935" y="18619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Zylinder 5">
              <a:extLst>
                <a:ext uri="{FF2B5EF4-FFF2-40B4-BE49-F238E27FC236}">
                  <a16:creationId xmlns:a16="http://schemas.microsoft.com/office/drawing/2014/main" id="{9596E205-A451-F5EE-313A-37182A5E2E59}"/>
                </a:ext>
              </a:extLst>
            </p:cNvPr>
            <p:cNvSpPr/>
            <p:nvPr/>
          </p:nvSpPr>
          <p:spPr>
            <a:xfrm rot="12667022">
              <a:off x="6025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Zylinder 6">
              <a:extLst>
                <a:ext uri="{FF2B5EF4-FFF2-40B4-BE49-F238E27FC236}">
                  <a16:creationId xmlns:a16="http://schemas.microsoft.com/office/drawing/2014/main" id="{446FF759-C936-AF01-9A4F-C0373A2D5CD3}"/>
                </a:ext>
              </a:extLst>
            </p:cNvPr>
            <p:cNvSpPr/>
            <p:nvPr/>
          </p:nvSpPr>
          <p:spPr>
            <a:xfrm rot="12667022">
              <a:off x="6529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Zylinder 15">
              <a:extLst>
                <a:ext uri="{FF2B5EF4-FFF2-40B4-BE49-F238E27FC236}">
                  <a16:creationId xmlns:a16="http://schemas.microsoft.com/office/drawing/2014/main" id="{BB5C6DB6-6C47-6BDC-727F-FDA917511BDC}"/>
                </a:ext>
              </a:extLst>
            </p:cNvPr>
            <p:cNvSpPr/>
            <p:nvPr/>
          </p:nvSpPr>
          <p:spPr>
            <a:xfrm rot="12667022">
              <a:off x="5269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Zylinder 16">
              <a:extLst>
                <a:ext uri="{FF2B5EF4-FFF2-40B4-BE49-F238E27FC236}">
                  <a16:creationId xmlns:a16="http://schemas.microsoft.com/office/drawing/2014/main" id="{112119C4-289A-CCB7-825D-DA43225B5E94}"/>
                </a:ext>
              </a:extLst>
            </p:cNvPr>
            <p:cNvSpPr/>
            <p:nvPr/>
          </p:nvSpPr>
          <p:spPr>
            <a:xfrm rot="12667022">
              <a:off x="5773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3" name="Zylinder 17">
              <a:extLst>
                <a:ext uri="{FF2B5EF4-FFF2-40B4-BE49-F238E27FC236}">
                  <a16:creationId xmlns:a16="http://schemas.microsoft.com/office/drawing/2014/main" id="{4FC88BFF-FBE3-CA1A-4DDC-F6B3E7ED92C0}"/>
                </a:ext>
              </a:extLst>
            </p:cNvPr>
            <p:cNvSpPr/>
            <p:nvPr/>
          </p:nvSpPr>
          <p:spPr>
            <a:xfrm rot="12667022">
              <a:off x="6277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Zylinder 18">
              <a:extLst>
                <a:ext uri="{FF2B5EF4-FFF2-40B4-BE49-F238E27FC236}">
                  <a16:creationId xmlns:a16="http://schemas.microsoft.com/office/drawing/2014/main" id="{6DD7E6F4-734D-9601-E512-67E63BF61E97}"/>
                </a:ext>
              </a:extLst>
            </p:cNvPr>
            <p:cNvSpPr/>
            <p:nvPr/>
          </p:nvSpPr>
          <p:spPr>
            <a:xfrm rot="12667022">
              <a:off x="6781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Zylinder 25">
              <a:extLst>
                <a:ext uri="{FF2B5EF4-FFF2-40B4-BE49-F238E27FC236}">
                  <a16:creationId xmlns:a16="http://schemas.microsoft.com/office/drawing/2014/main" id="{5B89B665-6768-A43B-261E-4EC5438A904D}"/>
                </a:ext>
              </a:extLst>
            </p:cNvPr>
            <p:cNvSpPr/>
            <p:nvPr/>
          </p:nvSpPr>
          <p:spPr>
            <a:xfrm rot="12667022">
              <a:off x="5521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Zylinder 26">
              <a:extLst>
                <a:ext uri="{FF2B5EF4-FFF2-40B4-BE49-F238E27FC236}">
                  <a16:creationId xmlns:a16="http://schemas.microsoft.com/office/drawing/2014/main" id="{6A3E7B44-0AF0-83AE-C058-7B82E4837158}"/>
                </a:ext>
              </a:extLst>
            </p:cNvPr>
            <p:cNvSpPr/>
            <p:nvPr/>
          </p:nvSpPr>
          <p:spPr>
            <a:xfrm rot="12667022">
              <a:off x="6025045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Zylinder 27">
              <a:extLst>
                <a:ext uri="{FF2B5EF4-FFF2-40B4-BE49-F238E27FC236}">
                  <a16:creationId xmlns:a16="http://schemas.microsoft.com/office/drawing/2014/main" id="{3B549E0F-8548-CC54-8004-5797B73F93A6}"/>
                </a:ext>
              </a:extLst>
            </p:cNvPr>
            <p:cNvSpPr/>
            <p:nvPr/>
          </p:nvSpPr>
          <p:spPr>
            <a:xfrm rot="12667022">
              <a:off x="6529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Zylinder 28">
              <a:extLst>
                <a:ext uri="{FF2B5EF4-FFF2-40B4-BE49-F238E27FC236}">
                  <a16:creationId xmlns:a16="http://schemas.microsoft.com/office/drawing/2014/main" id="{8D681E6F-43C1-7A2E-60FA-7C6C3A22ECD7}"/>
                </a:ext>
              </a:extLst>
            </p:cNvPr>
            <p:cNvSpPr/>
            <p:nvPr/>
          </p:nvSpPr>
          <p:spPr>
            <a:xfrm rot="12667022">
              <a:off x="6997642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Zylinder 33">
              <a:extLst>
                <a:ext uri="{FF2B5EF4-FFF2-40B4-BE49-F238E27FC236}">
                  <a16:creationId xmlns:a16="http://schemas.microsoft.com/office/drawing/2014/main" id="{9EA1D746-7E51-2436-69E6-5493366AD759}"/>
                </a:ext>
              </a:extLst>
            </p:cNvPr>
            <p:cNvSpPr/>
            <p:nvPr/>
          </p:nvSpPr>
          <p:spPr>
            <a:xfrm rot="12667022">
              <a:off x="5017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Zylinder 35">
              <a:extLst>
                <a:ext uri="{FF2B5EF4-FFF2-40B4-BE49-F238E27FC236}">
                  <a16:creationId xmlns:a16="http://schemas.microsoft.com/office/drawing/2014/main" id="{A90AFA29-0BB3-1D83-9BD0-8A836A5621DC}"/>
                </a:ext>
              </a:extLst>
            </p:cNvPr>
            <p:cNvSpPr/>
            <p:nvPr/>
          </p:nvSpPr>
          <p:spPr>
            <a:xfrm rot="12667022">
              <a:off x="5269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Zylinder 36">
              <a:extLst>
                <a:ext uri="{FF2B5EF4-FFF2-40B4-BE49-F238E27FC236}">
                  <a16:creationId xmlns:a16="http://schemas.microsoft.com/office/drawing/2014/main" id="{C114DE41-1BDD-11DA-322F-1AE9281A5381}"/>
                </a:ext>
              </a:extLst>
            </p:cNvPr>
            <p:cNvSpPr/>
            <p:nvPr/>
          </p:nvSpPr>
          <p:spPr>
            <a:xfrm rot="12667022">
              <a:off x="5773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Zylinder 37">
              <a:extLst>
                <a:ext uri="{FF2B5EF4-FFF2-40B4-BE49-F238E27FC236}">
                  <a16:creationId xmlns:a16="http://schemas.microsoft.com/office/drawing/2014/main" id="{865DABA9-083C-E91B-DCA1-03D115D10BEF}"/>
                </a:ext>
              </a:extLst>
            </p:cNvPr>
            <p:cNvSpPr/>
            <p:nvPr/>
          </p:nvSpPr>
          <p:spPr>
            <a:xfrm rot="12667022">
              <a:off x="6277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Zylinder 38">
              <a:extLst>
                <a:ext uri="{FF2B5EF4-FFF2-40B4-BE49-F238E27FC236}">
                  <a16:creationId xmlns:a16="http://schemas.microsoft.com/office/drawing/2014/main" id="{765AEC2F-AEE5-D79A-05AB-80CA3DAE5CF7}"/>
                </a:ext>
              </a:extLst>
            </p:cNvPr>
            <p:cNvSpPr/>
            <p:nvPr/>
          </p:nvSpPr>
          <p:spPr>
            <a:xfrm rot="12667022">
              <a:off x="6781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Zylinder 39">
              <a:extLst>
                <a:ext uri="{FF2B5EF4-FFF2-40B4-BE49-F238E27FC236}">
                  <a16:creationId xmlns:a16="http://schemas.microsoft.com/office/drawing/2014/main" id="{BDFB203E-AD31-DE04-875E-B0298319F9B4}"/>
                </a:ext>
              </a:extLst>
            </p:cNvPr>
            <p:cNvSpPr/>
            <p:nvPr/>
          </p:nvSpPr>
          <p:spPr>
            <a:xfrm rot="12667022">
              <a:off x="728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Zylinder 43">
              <a:extLst>
                <a:ext uri="{FF2B5EF4-FFF2-40B4-BE49-F238E27FC236}">
                  <a16:creationId xmlns:a16="http://schemas.microsoft.com/office/drawing/2014/main" id="{312BEC98-71CD-2A35-7659-6BE4AD514517}"/>
                </a:ext>
              </a:extLst>
            </p:cNvPr>
            <p:cNvSpPr/>
            <p:nvPr/>
          </p:nvSpPr>
          <p:spPr>
            <a:xfrm rot="12667022">
              <a:off x="476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Zylinder 45">
              <a:extLst>
                <a:ext uri="{FF2B5EF4-FFF2-40B4-BE49-F238E27FC236}">
                  <a16:creationId xmlns:a16="http://schemas.microsoft.com/office/drawing/2014/main" id="{61B55ABB-2ADE-E9FC-8F49-26EF2490C2AB}"/>
                </a:ext>
              </a:extLst>
            </p:cNvPr>
            <p:cNvSpPr/>
            <p:nvPr/>
          </p:nvSpPr>
          <p:spPr>
            <a:xfrm rot="12667022">
              <a:off x="5521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Zylinder 46">
              <a:extLst>
                <a:ext uri="{FF2B5EF4-FFF2-40B4-BE49-F238E27FC236}">
                  <a16:creationId xmlns:a16="http://schemas.microsoft.com/office/drawing/2014/main" id="{875B835A-DA3D-352E-1A71-84C9C66C5E02}"/>
                </a:ext>
              </a:extLst>
            </p:cNvPr>
            <p:cNvSpPr/>
            <p:nvPr/>
          </p:nvSpPr>
          <p:spPr>
            <a:xfrm rot="12667022">
              <a:off x="6025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Zylinder 47">
              <a:extLst>
                <a:ext uri="{FF2B5EF4-FFF2-40B4-BE49-F238E27FC236}">
                  <a16:creationId xmlns:a16="http://schemas.microsoft.com/office/drawing/2014/main" id="{27F29AA5-BE13-74E4-43BB-761F31AEB23B}"/>
                </a:ext>
              </a:extLst>
            </p:cNvPr>
            <p:cNvSpPr/>
            <p:nvPr/>
          </p:nvSpPr>
          <p:spPr>
            <a:xfrm rot="12667022">
              <a:off x="6529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Zylinder 48">
              <a:extLst>
                <a:ext uri="{FF2B5EF4-FFF2-40B4-BE49-F238E27FC236}">
                  <a16:creationId xmlns:a16="http://schemas.microsoft.com/office/drawing/2014/main" id="{8B71A585-7F1E-1DC3-DF1C-0F3459AE80E5}"/>
                </a:ext>
              </a:extLst>
            </p:cNvPr>
            <p:cNvSpPr/>
            <p:nvPr/>
          </p:nvSpPr>
          <p:spPr>
            <a:xfrm rot="12667022">
              <a:off x="699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Zylinder 49">
              <a:extLst>
                <a:ext uri="{FF2B5EF4-FFF2-40B4-BE49-F238E27FC236}">
                  <a16:creationId xmlns:a16="http://schemas.microsoft.com/office/drawing/2014/main" id="{8B6C1A23-43E1-C55C-9289-5658E8D79B02}"/>
                </a:ext>
              </a:extLst>
            </p:cNvPr>
            <p:cNvSpPr/>
            <p:nvPr/>
          </p:nvSpPr>
          <p:spPr>
            <a:xfrm rot="12667022">
              <a:off x="7456371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Zylinder 52">
              <a:extLst>
                <a:ext uri="{FF2B5EF4-FFF2-40B4-BE49-F238E27FC236}">
                  <a16:creationId xmlns:a16="http://schemas.microsoft.com/office/drawing/2014/main" id="{24F359FB-9FF6-E172-2B55-A63B00DF7D69}"/>
                </a:ext>
              </a:extLst>
            </p:cNvPr>
            <p:cNvSpPr/>
            <p:nvPr/>
          </p:nvSpPr>
          <p:spPr>
            <a:xfrm rot="12667022">
              <a:off x="4528762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Zylinder 53">
              <a:extLst>
                <a:ext uri="{FF2B5EF4-FFF2-40B4-BE49-F238E27FC236}">
                  <a16:creationId xmlns:a16="http://schemas.microsoft.com/office/drawing/2014/main" id="{0C566302-9910-1EDF-E166-959738864CB4}"/>
                </a:ext>
              </a:extLst>
            </p:cNvPr>
            <p:cNvSpPr/>
            <p:nvPr/>
          </p:nvSpPr>
          <p:spPr>
            <a:xfrm rot="12667022">
              <a:off x="501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Zylinder 55">
              <a:extLst>
                <a:ext uri="{FF2B5EF4-FFF2-40B4-BE49-F238E27FC236}">
                  <a16:creationId xmlns:a16="http://schemas.microsoft.com/office/drawing/2014/main" id="{B8C8B881-F271-4354-EA31-1ED8A0DF6438}"/>
                </a:ext>
              </a:extLst>
            </p:cNvPr>
            <p:cNvSpPr/>
            <p:nvPr/>
          </p:nvSpPr>
          <p:spPr>
            <a:xfrm rot="12667022">
              <a:off x="577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Zylinder 56">
              <a:extLst>
                <a:ext uri="{FF2B5EF4-FFF2-40B4-BE49-F238E27FC236}">
                  <a16:creationId xmlns:a16="http://schemas.microsoft.com/office/drawing/2014/main" id="{D49B3DEE-2792-69E8-306B-223544CDD664}"/>
                </a:ext>
              </a:extLst>
            </p:cNvPr>
            <p:cNvSpPr/>
            <p:nvPr/>
          </p:nvSpPr>
          <p:spPr>
            <a:xfrm rot="12667022">
              <a:off x="6277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Zylinder 57">
              <a:extLst>
                <a:ext uri="{FF2B5EF4-FFF2-40B4-BE49-F238E27FC236}">
                  <a16:creationId xmlns:a16="http://schemas.microsoft.com/office/drawing/2014/main" id="{08CBA2F5-5EA4-CD60-458D-FA1B48565930}"/>
                </a:ext>
              </a:extLst>
            </p:cNvPr>
            <p:cNvSpPr/>
            <p:nvPr/>
          </p:nvSpPr>
          <p:spPr>
            <a:xfrm rot="12667022">
              <a:off x="6781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Zylinder 58">
              <a:extLst>
                <a:ext uri="{FF2B5EF4-FFF2-40B4-BE49-F238E27FC236}">
                  <a16:creationId xmlns:a16="http://schemas.microsoft.com/office/drawing/2014/main" id="{BD22F9F0-188E-DEBD-9F00-756197AC9373}"/>
                </a:ext>
              </a:extLst>
            </p:cNvPr>
            <p:cNvSpPr/>
            <p:nvPr/>
          </p:nvSpPr>
          <p:spPr>
            <a:xfrm rot="12667022">
              <a:off x="728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6" name="Zylinder 59">
              <a:extLst>
                <a:ext uri="{FF2B5EF4-FFF2-40B4-BE49-F238E27FC236}">
                  <a16:creationId xmlns:a16="http://schemas.microsoft.com/office/drawing/2014/main" id="{A40E6596-4EC1-E17A-FEC4-635E0672A0CA}"/>
                </a:ext>
              </a:extLst>
            </p:cNvPr>
            <p:cNvSpPr/>
            <p:nvPr/>
          </p:nvSpPr>
          <p:spPr>
            <a:xfrm rot="12667022">
              <a:off x="775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Zylinder 61">
              <a:extLst>
                <a:ext uri="{FF2B5EF4-FFF2-40B4-BE49-F238E27FC236}">
                  <a16:creationId xmlns:a16="http://schemas.microsoft.com/office/drawing/2014/main" id="{710AE83E-4176-1568-26C7-29AC7DB84BC6}"/>
                </a:ext>
              </a:extLst>
            </p:cNvPr>
            <p:cNvSpPr/>
            <p:nvPr/>
          </p:nvSpPr>
          <p:spPr>
            <a:xfrm rot="12667022">
              <a:off x="4257879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Zylinder 62">
              <a:extLst>
                <a:ext uri="{FF2B5EF4-FFF2-40B4-BE49-F238E27FC236}">
                  <a16:creationId xmlns:a16="http://schemas.microsoft.com/office/drawing/2014/main" id="{ED779F46-226C-2112-12BA-91AB56117C65}"/>
                </a:ext>
              </a:extLst>
            </p:cNvPr>
            <p:cNvSpPr/>
            <p:nvPr/>
          </p:nvSpPr>
          <p:spPr>
            <a:xfrm rot="12667022">
              <a:off x="476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Zylinder 63">
              <a:extLst>
                <a:ext uri="{FF2B5EF4-FFF2-40B4-BE49-F238E27FC236}">
                  <a16:creationId xmlns:a16="http://schemas.microsoft.com/office/drawing/2014/main" id="{5E2649C5-1C73-1B52-D344-A9EFBE9B7EDB}"/>
                </a:ext>
              </a:extLst>
            </p:cNvPr>
            <p:cNvSpPr/>
            <p:nvPr/>
          </p:nvSpPr>
          <p:spPr>
            <a:xfrm rot="12667022">
              <a:off x="5269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Zylinder 65">
              <a:extLst>
                <a:ext uri="{FF2B5EF4-FFF2-40B4-BE49-F238E27FC236}">
                  <a16:creationId xmlns:a16="http://schemas.microsoft.com/office/drawing/2014/main" id="{F4FB2D34-5E64-9F47-31FC-955CB4440F61}"/>
                </a:ext>
              </a:extLst>
            </p:cNvPr>
            <p:cNvSpPr/>
            <p:nvPr/>
          </p:nvSpPr>
          <p:spPr>
            <a:xfrm rot="12667022">
              <a:off x="5521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Zylinder 66">
              <a:extLst>
                <a:ext uri="{FF2B5EF4-FFF2-40B4-BE49-F238E27FC236}">
                  <a16:creationId xmlns:a16="http://schemas.microsoft.com/office/drawing/2014/main" id="{2AB35815-710E-2419-0BA5-1DF39F7FAF16}"/>
                </a:ext>
              </a:extLst>
            </p:cNvPr>
            <p:cNvSpPr/>
            <p:nvPr/>
          </p:nvSpPr>
          <p:spPr>
            <a:xfrm rot="12667022">
              <a:off x="6025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Zylinder 67">
              <a:extLst>
                <a:ext uri="{FF2B5EF4-FFF2-40B4-BE49-F238E27FC236}">
                  <a16:creationId xmlns:a16="http://schemas.microsoft.com/office/drawing/2014/main" id="{BE8A8BCE-378E-DB31-5B6A-6E5932E728B0}"/>
                </a:ext>
              </a:extLst>
            </p:cNvPr>
            <p:cNvSpPr/>
            <p:nvPr/>
          </p:nvSpPr>
          <p:spPr>
            <a:xfrm rot="12667022">
              <a:off x="6529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Zylinder 68">
              <a:extLst>
                <a:ext uri="{FF2B5EF4-FFF2-40B4-BE49-F238E27FC236}">
                  <a16:creationId xmlns:a16="http://schemas.microsoft.com/office/drawing/2014/main" id="{1538446B-A338-10E6-E301-3EAA72AEC522}"/>
                </a:ext>
              </a:extLst>
            </p:cNvPr>
            <p:cNvSpPr/>
            <p:nvPr/>
          </p:nvSpPr>
          <p:spPr>
            <a:xfrm rot="12667022">
              <a:off x="699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Zylinder 69">
              <a:extLst>
                <a:ext uri="{FF2B5EF4-FFF2-40B4-BE49-F238E27FC236}">
                  <a16:creationId xmlns:a16="http://schemas.microsoft.com/office/drawing/2014/main" id="{228A0D2E-4B7F-8412-AD26-50338A8185A3}"/>
                </a:ext>
              </a:extLst>
            </p:cNvPr>
            <p:cNvSpPr/>
            <p:nvPr/>
          </p:nvSpPr>
          <p:spPr>
            <a:xfrm rot="12667022">
              <a:off x="7464604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Zylinder 70">
              <a:extLst>
                <a:ext uri="{FF2B5EF4-FFF2-40B4-BE49-F238E27FC236}">
                  <a16:creationId xmlns:a16="http://schemas.microsoft.com/office/drawing/2014/main" id="{E7E8CFA7-6883-C3E4-0106-18631244C76A}"/>
                </a:ext>
              </a:extLst>
            </p:cNvPr>
            <p:cNvSpPr/>
            <p:nvPr/>
          </p:nvSpPr>
          <p:spPr>
            <a:xfrm rot="12667022">
              <a:off x="795317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Zylinder 71">
              <a:extLst>
                <a:ext uri="{FF2B5EF4-FFF2-40B4-BE49-F238E27FC236}">
                  <a16:creationId xmlns:a16="http://schemas.microsoft.com/office/drawing/2014/main" id="{DF45ACD8-8A93-6FFF-C46C-3F40D2058CC2}"/>
                </a:ext>
              </a:extLst>
            </p:cNvPr>
            <p:cNvSpPr/>
            <p:nvPr/>
          </p:nvSpPr>
          <p:spPr>
            <a:xfrm rot="12667022">
              <a:off x="4056851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Zylinder 72">
              <a:extLst>
                <a:ext uri="{FF2B5EF4-FFF2-40B4-BE49-F238E27FC236}">
                  <a16:creationId xmlns:a16="http://schemas.microsoft.com/office/drawing/2014/main" id="{A301A8FF-18D9-93B8-3B47-305DFCE1E3AE}"/>
                </a:ext>
              </a:extLst>
            </p:cNvPr>
            <p:cNvSpPr/>
            <p:nvPr/>
          </p:nvSpPr>
          <p:spPr>
            <a:xfrm rot="12667022">
              <a:off x="4536995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Zylinder 73">
              <a:extLst>
                <a:ext uri="{FF2B5EF4-FFF2-40B4-BE49-F238E27FC236}">
                  <a16:creationId xmlns:a16="http://schemas.microsoft.com/office/drawing/2014/main" id="{5AC6EE4D-CF41-88BD-22DD-D2BB89EBC802}"/>
                </a:ext>
              </a:extLst>
            </p:cNvPr>
            <p:cNvSpPr/>
            <p:nvPr/>
          </p:nvSpPr>
          <p:spPr>
            <a:xfrm rot="12667022">
              <a:off x="501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Flussdiagramm: Manuelle Verarbeitung 95">
              <a:extLst>
                <a:ext uri="{FF2B5EF4-FFF2-40B4-BE49-F238E27FC236}">
                  <a16:creationId xmlns:a16="http://schemas.microsoft.com/office/drawing/2014/main" id="{7672F992-67C1-90E0-1266-951C9D6854C1}"/>
                </a:ext>
              </a:extLst>
            </p:cNvPr>
            <p:cNvSpPr/>
            <p:nvPr/>
          </p:nvSpPr>
          <p:spPr>
            <a:xfrm>
              <a:off x="4962000" y="384907"/>
              <a:ext cx="2268000" cy="118793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3177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6859" y="9890"/>
                  </a:lnTo>
                  <a:lnTo>
                    <a:pt x="3177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  <a:effectLst/>
            <a:scene3d>
              <a:camera prst="obliqueTopRight"/>
              <a:lightRig rig="soft" dir="t"/>
            </a:scene3d>
            <a:sp3d prstMaterial="clear">
              <a:bevelT w="177800" h="635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2" name="Ellipse 104">
              <a:extLst>
                <a:ext uri="{FF2B5EF4-FFF2-40B4-BE49-F238E27FC236}">
                  <a16:creationId xmlns:a16="http://schemas.microsoft.com/office/drawing/2014/main" id="{2FB30F89-CD0E-5BDC-6D7D-817D23F52C34}"/>
                </a:ext>
              </a:extLst>
            </p:cNvPr>
            <p:cNvSpPr/>
            <p:nvPr/>
          </p:nvSpPr>
          <p:spPr>
            <a:xfrm>
              <a:off x="5891220" y="635956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Zylinder 132">
              <a:extLst>
                <a:ext uri="{FF2B5EF4-FFF2-40B4-BE49-F238E27FC236}">
                  <a16:creationId xmlns:a16="http://schemas.microsoft.com/office/drawing/2014/main" id="{25E34762-CD83-BBDA-FBE0-4479A41228E2}"/>
                </a:ext>
              </a:extLst>
            </p:cNvPr>
            <p:cNvSpPr/>
            <p:nvPr/>
          </p:nvSpPr>
          <p:spPr>
            <a:xfrm rot="12667022">
              <a:off x="526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Zylinder 133">
              <a:extLst>
                <a:ext uri="{FF2B5EF4-FFF2-40B4-BE49-F238E27FC236}">
                  <a16:creationId xmlns:a16="http://schemas.microsoft.com/office/drawing/2014/main" id="{3503C426-4C5D-8F6B-62FA-2A67ABB95026}"/>
                </a:ext>
              </a:extLst>
            </p:cNvPr>
            <p:cNvSpPr/>
            <p:nvPr/>
          </p:nvSpPr>
          <p:spPr>
            <a:xfrm rot="12667022">
              <a:off x="577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Zylinder 134">
              <a:extLst>
                <a:ext uri="{FF2B5EF4-FFF2-40B4-BE49-F238E27FC236}">
                  <a16:creationId xmlns:a16="http://schemas.microsoft.com/office/drawing/2014/main" id="{D1740353-7350-A83F-2456-3A0BABCA638C}"/>
                </a:ext>
              </a:extLst>
            </p:cNvPr>
            <p:cNvSpPr/>
            <p:nvPr/>
          </p:nvSpPr>
          <p:spPr>
            <a:xfrm rot="12667022">
              <a:off x="6277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Zylinder 135">
              <a:extLst>
                <a:ext uri="{FF2B5EF4-FFF2-40B4-BE49-F238E27FC236}">
                  <a16:creationId xmlns:a16="http://schemas.microsoft.com/office/drawing/2014/main" id="{7951B5EE-1263-7F7B-E504-1CC35C8C38EC}"/>
                </a:ext>
              </a:extLst>
            </p:cNvPr>
            <p:cNvSpPr/>
            <p:nvPr/>
          </p:nvSpPr>
          <p:spPr>
            <a:xfrm rot="12667022">
              <a:off x="678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Zylinder 136">
              <a:extLst>
                <a:ext uri="{FF2B5EF4-FFF2-40B4-BE49-F238E27FC236}">
                  <a16:creationId xmlns:a16="http://schemas.microsoft.com/office/drawing/2014/main" id="{400FB241-CC3E-3D08-FB3C-1E881AC050FF}"/>
                </a:ext>
              </a:extLst>
            </p:cNvPr>
            <p:cNvSpPr/>
            <p:nvPr/>
          </p:nvSpPr>
          <p:spPr>
            <a:xfrm rot="12667022">
              <a:off x="728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Zylinder 137">
              <a:extLst>
                <a:ext uri="{FF2B5EF4-FFF2-40B4-BE49-F238E27FC236}">
                  <a16:creationId xmlns:a16="http://schemas.microsoft.com/office/drawing/2014/main" id="{6983E545-63B0-FD86-15D3-DEF1B8AE6992}"/>
                </a:ext>
              </a:extLst>
            </p:cNvPr>
            <p:cNvSpPr/>
            <p:nvPr/>
          </p:nvSpPr>
          <p:spPr>
            <a:xfrm rot="12667022">
              <a:off x="778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Zylinder 155">
              <a:extLst>
                <a:ext uri="{FF2B5EF4-FFF2-40B4-BE49-F238E27FC236}">
                  <a16:creationId xmlns:a16="http://schemas.microsoft.com/office/drawing/2014/main" id="{5264EE36-D343-D0FD-2C04-DAA1B8B93CA4}"/>
                </a:ext>
              </a:extLst>
            </p:cNvPr>
            <p:cNvSpPr/>
            <p:nvPr/>
          </p:nvSpPr>
          <p:spPr>
            <a:xfrm rot="12667022">
              <a:off x="3757140" y="483098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Zylinder 156">
              <a:extLst>
                <a:ext uri="{FF2B5EF4-FFF2-40B4-BE49-F238E27FC236}">
                  <a16:creationId xmlns:a16="http://schemas.microsoft.com/office/drawing/2014/main" id="{813B7223-420B-ABEB-F396-514C0473E57E}"/>
                </a:ext>
              </a:extLst>
            </p:cNvPr>
            <p:cNvSpPr/>
            <p:nvPr/>
          </p:nvSpPr>
          <p:spPr>
            <a:xfrm rot="12667022">
              <a:off x="426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Zylinder 157">
              <a:extLst>
                <a:ext uri="{FF2B5EF4-FFF2-40B4-BE49-F238E27FC236}">
                  <a16:creationId xmlns:a16="http://schemas.microsoft.com/office/drawing/2014/main" id="{D8C4BB89-EFF1-27EF-1457-87BC1503FD7B}"/>
                </a:ext>
              </a:extLst>
            </p:cNvPr>
            <p:cNvSpPr/>
            <p:nvPr/>
          </p:nvSpPr>
          <p:spPr>
            <a:xfrm rot="12667022">
              <a:off x="476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Zylinder 159">
              <a:extLst>
                <a:ext uri="{FF2B5EF4-FFF2-40B4-BE49-F238E27FC236}">
                  <a16:creationId xmlns:a16="http://schemas.microsoft.com/office/drawing/2014/main" id="{6831954A-F3AD-7181-B2C8-92110ADF7CC2}"/>
                </a:ext>
              </a:extLst>
            </p:cNvPr>
            <p:cNvSpPr/>
            <p:nvPr/>
          </p:nvSpPr>
          <p:spPr>
            <a:xfrm rot="12667022">
              <a:off x="829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Ellipse 164">
              <a:extLst>
                <a:ext uri="{FF2B5EF4-FFF2-40B4-BE49-F238E27FC236}">
                  <a16:creationId xmlns:a16="http://schemas.microsoft.com/office/drawing/2014/main" id="{00EB5596-B57C-3634-EC9F-CE405907D7F6}"/>
                </a:ext>
              </a:extLst>
            </p:cNvPr>
            <p:cNvSpPr/>
            <p:nvPr/>
          </p:nvSpPr>
          <p:spPr>
            <a:xfrm>
              <a:off x="5898826" y="606263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Ellipse 165">
              <a:extLst>
                <a:ext uri="{FF2B5EF4-FFF2-40B4-BE49-F238E27FC236}">
                  <a16:creationId xmlns:a16="http://schemas.microsoft.com/office/drawing/2014/main" id="{AA45E377-8097-34C1-E833-AC6CF698169F}"/>
                </a:ext>
              </a:extLst>
            </p:cNvPr>
            <p:cNvSpPr/>
            <p:nvPr/>
          </p:nvSpPr>
          <p:spPr>
            <a:xfrm>
              <a:off x="5898826" y="576872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Ellipse 166">
              <a:extLst>
                <a:ext uri="{FF2B5EF4-FFF2-40B4-BE49-F238E27FC236}">
                  <a16:creationId xmlns:a16="http://schemas.microsoft.com/office/drawing/2014/main" id="{CAFC4319-2291-94B5-1B18-71DCB7B977C6}"/>
                </a:ext>
              </a:extLst>
            </p:cNvPr>
            <p:cNvSpPr/>
            <p:nvPr/>
          </p:nvSpPr>
          <p:spPr>
            <a:xfrm>
              <a:off x="5891135" y="547716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Ellipse 167">
              <a:extLst>
                <a:ext uri="{FF2B5EF4-FFF2-40B4-BE49-F238E27FC236}">
                  <a16:creationId xmlns:a16="http://schemas.microsoft.com/office/drawing/2014/main" id="{BD3AC303-0D0E-A946-C4B1-FA1518654EFC}"/>
                </a:ext>
              </a:extLst>
            </p:cNvPr>
            <p:cNvSpPr/>
            <p:nvPr/>
          </p:nvSpPr>
          <p:spPr>
            <a:xfrm>
              <a:off x="5891135" y="51832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Ellipse 168">
              <a:extLst>
                <a:ext uri="{FF2B5EF4-FFF2-40B4-BE49-F238E27FC236}">
                  <a16:creationId xmlns:a16="http://schemas.microsoft.com/office/drawing/2014/main" id="{D461214B-345D-BBC8-D8DA-9579C91BF61B}"/>
                </a:ext>
              </a:extLst>
            </p:cNvPr>
            <p:cNvSpPr/>
            <p:nvPr/>
          </p:nvSpPr>
          <p:spPr>
            <a:xfrm>
              <a:off x="5413310" y="635651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Ellipse 169">
              <a:extLst>
                <a:ext uri="{FF2B5EF4-FFF2-40B4-BE49-F238E27FC236}">
                  <a16:creationId xmlns:a16="http://schemas.microsoft.com/office/drawing/2014/main" id="{01189865-1E91-06D9-A1E1-F25E32690CAE}"/>
                </a:ext>
              </a:extLst>
            </p:cNvPr>
            <p:cNvSpPr/>
            <p:nvPr/>
          </p:nvSpPr>
          <p:spPr>
            <a:xfrm>
              <a:off x="5405619" y="60649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Ellipse 170">
              <a:extLst>
                <a:ext uri="{FF2B5EF4-FFF2-40B4-BE49-F238E27FC236}">
                  <a16:creationId xmlns:a16="http://schemas.microsoft.com/office/drawing/2014/main" id="{0961FA67-0207-FB82-8C13-50CE1B1B6358}"/>
                </a:ext>
              </a:extLst>
            </p:cNvPr>
            <p:cNvSpPr/>
            <p:nvPr/>
          </p:nvSpPr>
          <p:spPr>
            <a:xfrm>
              <a:off x="5405619" y="577104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Ellipse 171">
              <a:extLst>
                <a:ext uri="{FF2B5EF4-FFF2-40B4-BE49-F238E27FC236}">
                  <a16:creationId xmlns:a16="http://schemas.microsoft.com/office/drawing/2014/main" id="{BFEF1AEF-2EC7-7705-8B99-A1E54DBF42BA}"/>
                </a:ext>
              </a:extLst>
            </p:cNvPr>
            <p:cNvSpPr/>
            <p:nvPr/>
          </p:nvSpPr>
          <p:spPr>
            <a:xfrm>
              <a:off x="6367545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Ellipse 172">
              <a:extLst>
                <a:ext uri="{FF2B5EF4-FFF2-40B4-BE49-F238E27FC236}">
                  <a16:creationId xmlns:a16="http://schemas.microsoft.com/office/drawing/2014/main" id="{89D216EB-D041-009F-7FD6-C61460238EC8}"/>
                </a:ext>
              </a:extLst>
            </p:cNvPr>
            <p:cNvSpPr/>
            <p:nvPr/>
          </p:nvSpPr>
          <p:spPr>
            <a:xfrm>
              <a:off x="6359854" y="60355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Ellipse 173">
              <a:extLst>
                <a:ext uri="{FF2B5EF4-FFF2-40B4-BE49-F238E27FC236}">
                  <a16:creationId xmlns:a16="http://schemas.microsoft.com/office/drawing/2014/main" id="{BA9029D4-0260-15E5-6C06-99A109DF9293}"/>
                </a:ext>
              </a:extLst>
            </p:cNvPr>
            <p:cNvSpPr/>
            <p:nvPr/>
          </p:nvSpPr>
          <p:spPr>
            <a:xfrm>
              <a:off x="6359854" y="574159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Ellipse 174">
              <a:extLst>
                <a:ext uri="{FF2B5EF4-FFF2-40B4-BE49-F238E27FC236}">
                  <a16:creationId xmlns:a16="http://schemas.microsoft.com/office/drawing/2014/main" id="{893A33C6-DBE2-44C1-1877-6421CE5949E6}"/>
                </a:ext>
              </a:extLst>
            </p:cNvPr>
            <p:cNvSpPr/>
            <p:nvPr/>
          </p:nvSpPr>
          <p:spPr>
            <a:xfrm>
              <a:off x="6358319" y="54438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Ellipse 175">
              <a:extLst>
                <a:ext uri="{FF2B5EF4-FFF2-40B4-BE49-F238E27FC236}">
                  <a16:creationId xmlns:a16="http://schemas.microsoft.com/office/drawing/2014/main" id="{9745D376-D04C-E1FC-55A1-AB0EB4D6BB26}"/>
                </a:ext>
              </a:extLst>
            </p:cNvPr>
            <p:cNvSpPr/>
            <p:nvPr/>
          </p:nvSpPr>
          <p:spPr>
            <a:xfrm>
              <a:off x="6857541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Ellipse 176">
              <a:extLst>
                <a:ext uri="{FF2B5EF4-FFF2-40B4-BE49-F238E27FC236}">
                  <a16:creationId xmlns:a16="http://schemas.microsoft.com/office/drawing/2014/main" id="{24ADE2AE-AABC-9358-5147-574E4497832B}"/>
                </a:ext>
              </a:extLst>
            </p:cNvPr>
            <p:cNvSpPr/>
            <p:nvPr/>
          </p:nvSpPr>
          <p:spPr>
            <a:xfrm>
              <a:off x="6856006" y="60403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77">
              <a:extLst>
                <a:ext uri="{FF2B5EF4-FFF2-40B4-BE49-F238E27FC236}">
                  <a16:creationId xmlns:a16="http://schemas.microsoft.com/office/drawing/2014/main" id="{9DA815A3-430A-8EC6-A367-AD72D3BCF9EB}"/>
                </a:ext>
              </a:extLst>
            </p:cNvPr>
            <p:cNvSpPr/>
            <p:nvPr/>
          </p:nvSpPr>
          <p:spPr>
            <a:xfrm>
              <a:off x="4892463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78">
              <a:extLst>
                <a:ext uri="{FF2B5EF4-FFF2-40B4-BE49-F238E27FC236}">
                  <a16:creationId xmlns:a16="http://schemas.microsoft.com/office/drawing/2014/main" id="{8CD1C87B-C3D0-B443-BAFB-2DD075A57114}"/>
                </a:ext>
              </a:extLst>
            </p:cNvPr>
            <p:cNvSpPr/>
            <p:nvPr/>
          </p:nvSpPr>
          <p:spPr>
            <a:xfrm>
              <a:off x="4890871" y="60437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79">
              <a:extLst>
                <a:ext uri="{FF2B5EF4-FFF2-40B4-BE49-F238E27FC236}">
                  <a16:creationId xmlns:a16="http://schemas.microsoft.com/office/drawing/2014/main" id="{7124D1DF-165F-D385-4D43-59079A032697}"/>
                </a:ext>
              </a:extLst>
            </p:cNvPr>
            <p:cNvSpPr/>
            <p:nvPr/>
          </p:nvSpPr>
          <p:spPr>
            <a:xfrm>
              <a:off x="6856006" y="57507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80">
              <a:extLst>
                <a:ext uri="{FF2B5EF4-FFF2-40B4-BE49-F238E27FC236}">
                  <a16:creationId xmlns:a16="http://schemas.microsoft.com/office/drawing/2014/main" id="{959F22FA-61E2-0739-3326-ACA6CB6FFFF6}"/>
                </a:ext>
              </a:extLst>
            </p:cNvPr>
            <p:cNvSpPr/>
            <p:nvPr/>
          </p:nvSpPr>
          <p:spPr>
            <a:xfrm>
              <a:off x="4393558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181">
              <a:extLst>
                <a:ext uri="{FF2B5EF4-FFF2-40B4-BE49-F238E27FC236}">
                  <a16:creationId xmlns:a16="http://schemas.microsoft.com/office/drawing/2014/main" id="{A2C7E04F-4723-7702-2326-7051E26D61C4}"/>
                </a:ext>
              </a:extLst>
            </p:cNvPr>
            <p:cNvSpPr/>
            <p:nvPr/>
          </p:nvSpPr>
          <p:spPr>
            <a:xfrm>
              <a:off x="7366274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Ellipse 182">
              <a:extLst>
                <a:ext uri="{FF2B5EF4-FFF2-40B4-BE49-F238E27FC236}">
                  <a16:creationId xmlns:a16="http://schemas.microsoft.com/office/drawing/2014/main" id="{D6BFB834-89D5-C6CC-DCDC-16AEFA742658}"/>
                </a:ext>
              </a:extLst>
            </p:cNvPr>
            <p:cNvSpPr/>
            <p:nvPr/>
          </p:nvSpPr>
          <p:spPr>
            <a:xfrm>
              <a:off x="7865022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Ellipse 187">
              <a:extLst>
                <a:ext uri="{FF2B5EF4-FFF2-40B4-BE49-F238E27FC236}">
                  <a16:creationId xmlns:a16="http://schemas.microsoft.com/office/drawing/2014/main" id="{6B09D4CD-4F7B-332C-3BC7-469E8A58487B}"/>
                </a:ext>
              </a:extLst>
            </p:cNvPr>
            <p:cNvSpPr/>
            <p:nvPr/>
          </p:nvSpPr>
          <p:spPr>
            <a:xfrm>
              <a:off x="5698932" y="7757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Ellipse 188">
              <a:extLst>
                <a:ext uri="{FF2B5EF4-FFF2-40B4-BE49-F238E27FC236}">
                  <a16:creationId xmlns:a16="http://schemas.microsoft.com/office/drawing/2014/main" id="{01F9462C-9CC1-2D73-7162-06411A5D4587}"/>
                </a:ext>
              </a:extLst>
            </p:cNvPr>
            <p:cNvSpPr/>
            <p:nvPr/>
          </p:nvSpPr>
          <p:spPr>
            <a:xfrm>
              <a:off x="5673057" y="121228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Ellipse 189">
              <a:extLst>
                <a:ext uri="{FF2B5EF4-FFF2-40B4-BE49-F238E27FC236}">
                  <a16:creationId xmlns:a16="http://schemas.microsoft.com/office/drawing/2014/main" id="{E12F8ABC-D23B-692C-A3B3-81F0C5D0F29A}"/>
                </a:ext>
              </a:extLst>
            </p:cNvPr>
            <p:cNvSpPr/>
            <p:nvPr/>
          </p:nvSpPr>
          <p:spPr>
            <a:xfrm>
              <a:off x="6267909" y="123255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Ellipse 190">
              <a:extLst>
                <a:ext uri="{FF2B5EF4-FFF2-40B4-BE49-F238E27FC236}">
                  <a16:creationId xmlns:a16="http://schemas.microsoft.com/office/drawing/2014/main" id="{7F7B30C7-8B6E-0852-753C-B6707F5BBA48}"/>
                </a:ext>
              </a:extLst>
            </p:cNvPr>
            <p:cNvSpPr/>
            <p:nvPr/>
          </p:nvSpPr>
          <p:spPr>
            <a:xfrm>
              <a:off x="5978836" y="12393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Ellipse 191">
              <a:extLst>
                <a:ext uri="{FF2B5EF4-FFF2-40B4-BE49-F238E27FC236}">
                  <a16:creationId xmlns:a16="http://schemas.microsoft.com/office/drawing/2014/main" id="{030C833C-A7C4-4BF0-9D11-9BDB67B76870}"/>
                </a:ext>
              </a:extLst>
            </p:cNvPr>
            <p:cNvSpPr/>
            <p:nvPr/>
          </p:nvSpPr>
          <p:spPr>
            <a:xfrm>
              <a:off x="6016599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Ellipse 192">
              <a:extLst>
                <a:ext uri="{FF2B5EF4-FFF2-40B4-BE49-F238E27FC236}">
                  <a16:creationId xmlns:a16="http://schemas.microsoft.com/office/drawing/2014/main" id="{7A6E8FAC-B1BD-4E40-700C-9BFA06A9AC8E}"/>
                </a:ext>
              </a:extLst>
            </p:cNvPr>
            <p:cNvSpPr/>
            <p:nvPr/>
          </p:nvSpPr>
          <p:spPr>
            <a:xfrm>
              <a:off x="6160658" y="96101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Ellipse 193">
              <a:extLst>
                <a:ext uri="{FF2B5EF4-FFF2-40B4-BE49-F238E27FC236}">
                  <a16:creationId xmlns:a16="http://schemas.microsoft.com/office/drawing/2014/main" id="{EC410564-65AD-90AF-B0B2-DAB9628000B4}"/>
                </a:ext>
              </a:extLst>
            </p:cNvPr>
            <p:cNvSpPr/>
            <p:nvPr/>
          </p:nvSpPr>
          <p:spPr>
            <a:xfrm>
              <a:off x="5533396" y="9549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Ellipse 194">
              <a:extLst>
                <a:ext uri="{FF2B5EF4-FFF2-40B4-BE49-F238E27FC236}">
                  <a16:creationId xmlns:a16="http://schemas.microsoft.com/office/drawing/2014/main" id="{A3037313-5067-1239-1A1C-0CBED9B3DFCE}"/>
                </a:ext>
              </a:extLst>
            </p:cNvPr>
            <p:cNvSpPr/>
            <p:nvPr/>
          </p:nvSpPr>
          <p:spPr>
            <a:xfrm>
              <a:off x="6336770" y="74303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Ellipse 195">
              <a:extLst>
                <a:ext uri="{FF2B5EF4-FFF2-40B4-BE49-F238E27FC236}">
                  <a16:creationId xmlns:a16="http://schemas.microsoft.com/office/drawing/2014/main" id="{9B942BC4-0127-8A7B-F41A-17D89D566917}"/>
                </a:ext>
              </a:extLst>
            </p:cNvPr>
            <p:cNvSpPr/>
            <p:nvPr/>
          </p:nvSpPr>
          <p:spPr>
            <a:xfrm>
              <a:off x="5852458" y="97378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Ellipse 196">
              <a:extLst>
                <a:ext uri="{FF2B5EF4-FFF2-40B4-BE49-F238E27FC236}">
                  <a16:creationId xmlns:a16="http://schemas.microsoft.com/office/drawing/2014/main" id="{9AC1AAD8-480C-2FA3-A2F9-5F9567F9CE11}"/>
                </a:ext>
              </a:extLst>
            </p:cNvPr>
            <p:cNvSpPr/>
            <p:nvPr/>
          </p:nvSpPr>
          <p:spPr>
            <a:xfrm>
              <a:off x="6616570" y="6827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Ellipse 197">
              <a:extLst>
                <a:ext uri="{FF2B5EF4-FFF2-40B4-BE49-F238E27FC236}">
                  <a16:creationId xmlns:a16="http://schemas.microsoft.com/office/drawing/2014/main" id="{65764261-3826-5FB5-2973-11528ABCBB39}"/>
                </a:ext>
              </a:extLst>
            </p:cNvPr>
            <p:cNvSpPr/>
            <p:nvPr/>
          </p:nvSpPr>
          <p:spPr>
            <a:xfrm>
              <a:off x="6462039" y="97446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Ellipse 198">
              <a:extLst>
                <a:ext uri="{FF2B5EF4-FFF2-40B4-BE49-F238E27FC236}">
                  <a16:creationId xmlns:a16="http://schemas.microsoft.com/office/drawing/2014/main" id="{BE322896-72CE-A80B-B33D-B27F6AB8E2D8}"/>
                </a:ext>
              </a:extLst>
            </p:cNvPr>
            <p:cNvSpPr/>
            <p:nvPr/>
          </p:nvSpPr>
          <p:spPr>
            <a:xfrm>
              <a:off x="5363365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Ellipse 199">
              <a:extLst>
                <a:ext uri="{FF2B5EF4-FFF2-40B4-BE49-F238E27FC236}">
                  <a16:creationId xmlns:a16="http://schemas.microsoft.com/office/drawing/2014/main" id="{B5AB7883-BBA7-6037-38F3-387BBEF4EFEC}"/>
                </a:ext>
              </a:extLst>
            </p:cNvPr>
            <p:cNvSpPr/>
            <p:nvPr/>
          </p:nvSpPr>
          <p:spPr>
            <a:xfrm>
              <a:off x="6125791" y="282840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Ellipse 200">
              <a:extLst>
                <a:ext uri="{FF2B5EF4-FFF2-40B4-BE49-F238E27FC236}">
                  <a16:creationId xmlns:a16="http://schemas.microsoft.com/office/drawing/2014/main" id="{E5D0CECA-3205-A713-85AF-16F66AEC2990}"/>
                </a:ext>
              </a:extLst>
            </p:cNvPr>
            <p:cNvSpPr/>
            <p:nvPr/>
          </p:nvSpPr>
          <p:spPr>
            <a:xfrm>
              <a:off x="5918990" y="15743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6" name="Ellipse 201">
              <a:extLst>
                <a:ext uri="{FF2B5EF4-FFF2-40B4-BE49-F238E27FC236}">
                  <a16:creationId xmlns:a16="http://schemas.microsoft.com/office/drawing/2014/main" id="{B430E821-B0DC-6643-34AF-576ECB95B41C}"/>
                </a:ext>
              </a:extLst>
            </p:cNvPr>
            <p:cNvSpPr/>
            <p:nvPr/>
          </p:nvSpPr>
          <p:spPr>
            <a:xfrm>
              <a:off x="5216760" y="4319566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Ellipse 203">
              <a:extLst>
                <a:ext uri="{FF2B5EF4-FFF2-40B4-BE49-F238E27FC236}">
                  <a16:creationId xmlns:a16="http://schemas.microsoft.com/office/drawing/2014/main" id="{1D0AF402-5FB9-552E-AA92-A80C932A0A6C}"/>
                </a:ext>
              </a:extLst>
            </p:cNvPr>
            <p:cNvSpPr/>
            <p:nvPr/>
          </p:nvSpPr>
          <p:spPr>
            <a:xfrm>
              <a:off x="5587040" y="5060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Ellipse 204">
              <a:extLst>
                <a:ext uri="{FF2B5EF4-FFF2-40B4-BE49-F238E27FC236}">
                  <a16:creationId xmlns:a16="http://schemas.microsoft.com/office/drawing/2014/main" id="{72F62BE8-F226-8C6C-70D2-F7A313CE73A8}"/>
                </a:ext>
              </a:extLst>
            </p:cNvPr>
            <p:cNvSpPr/>
            <p:nvPr/>
          </p:nvSpPr>
          <p:spPr>
            <a:xfrm>
              <a:off x="5875689" y="46159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9" name="Ellipse 205">
              <a:extLst>
                <a:ext uri="{FF2B5EF4-FFF2-40B4-BE49-F238E27FC236}">
                  <a16:creationId xmlns:a16="http://schemas.microsoft.com/office/drawing/2014/main" id="{4139B922-AEA4-EB18-F193-6B27F19C1237}"/>
                </a:ext>
              </a:extLst>
            </p:cNvPr>
            <p:cNvSpPr/>
            <p:nvPr/>
          </p:nvSpPr>
          <p:spPr>
            <a:xfrm>
              <a:off x="6192736" y="48731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DE0C24A2-9A55-128D-2216-7923D16195FD}"/>
                </a:ext>
              </a:extLst>
            </p:cNvPr>
            <p:cNvSpPr/>
            <p:nvPr/>
          </p:nvSpPr>
          <p:spPr>
            <a:xfrm>
              <a:off x="3651395" y="4958917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Rechteck 223">
              <a:extLst>
                <a:ext uri="{FF2B5EF4-FFF2-40B4-BE49-F238E27FC236}">
                  <a16:creationId xmlns:a16="http://schemas.microsoft.com/office/drawing/2014/main" id="{947687A1-2532-3EF7-0A68-9D39236C5C39}"/>
                </a:ext>
              </a:extLst>
            </p:cNvPr>
            <p:cNvSpPr/>
            <p:nvPr/>
          </p:nvSpPr>
          <p:spPr>
            <a:xfrm>
              <a:off x="4143978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2" name="Rechteck 224">
              <a:extLst>
                <a:ext uri="{FF2B5EF4-FFF2-40B4-BE49-F238E27FC236}">
                  <a16:creationId xmlns:a16="http://schemas.microsoft.com/office/drawing/2014/main" id="{AB73511C-9CDA-A640-2280-FCCAF90A3F6B}"/>
                </a:ext>
              </a:extLst>
            </p:cNvPr>
            <p:cNvSpPr/>
            <p:nvPr/>
          </p:nvSpPr>
          <p:spPr>
            <a:xfrm>
              <a:off x="4656960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3" name="Rechteck 225">
              <a:extLst>
                <a:ext uri="{FF2B5EF4-FFF2-40B4-BE49-F238E27FC236}">
                  <a16:creationId xmlns:a16="http://schemas.microsoft.com/office/drawing/2014/main" id="{F2F6E70C-48B9-5F0B-E065-7466C580341A}"/>
                </a:ext>
              </a:extLst>
            </p:cNvPr>
            <p:cNvSpPr/>
            <p:nvPr/>
          </p:nvSpPr>
          <p:spPr>
            <a:xfrm>
              <a:off x="5155173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4" name="Rechteck 226">
              <a:extLst>
                <a:ext uri="{FF2B5EF4-FFF2-40B4-BE49-F238E27FC236}">
                  <a16:creationId xmlns:a16="http://schemas.microsoft.com/office/drawing/2014/main" id="{DFC8B52C-60AF-3F3C-CD03-FC93D4F52869}"/>
                </a:ext>
              </a:extLst>
            </p:cNvPr>
            <p:cNvSpPr/>
            <p:nvPr/>
          </p:nvSpPr>
          <p:spPr>
            <a:xfrm>
              <a:off x="8191762" y="495090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5" name="Rechteck 230">
              <a:extLst>
                <a:ext uri="{FF2B5EF4-FFF2-40B4-BE49-F238E27FC236}">
                  <a16:creationId xmlns:a16="http://schemas.microsoft.com/office/drawing/2014/main" id="{6A2D4358-4AED-F36E-1750-D5866FDDEC3A}"/>
                </a:ext>
              </a:extLst>
            </p:cNvPr>
            <p:cNvSpPr/>
            <p:nvPr/>
          </p:nvSpPr>
          <p:spPr>
            <a:xfrm>
              <a:off x="5673119" y="4959355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6" name="Rechteck 231">
              <a:extLst>
                <a:ext uri="{FF2B5EF4-FFF2-40B4-BE49-F238E27FC236}">
                  <a16:creationId xmlns:a16="http://schemas.microsoft.com/office/drawing/2014/main" id="{73248A13-4342-AEAE-598A-7BC2A07CC3F0}"/>
                </a:ext>
              </a:extLst>
            </p:cNvPr>
            <p:cNvSpPr/>
            <p:nvPr/>
          </p:nvSpPr>
          <p:spPr>
            <a:xfrm>
              <a:off x="6171332" y="4953056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7" name="Rechteck 232">
              <a:extLst>
                <a:ext uri="{FF2B5EF4-FFF2-40B4-BE49-F238E27FC236}">
                  <a16:creationId xmlns:a16="http://schemas.microsoft.com/office/drawing/2014/main" id="{D1702B44-6837-2F55-A1A1-EF302176F982}"/>
                </a:ext>
              </a:extLst>
            </p:cNvPr>
            <p:cNvSpPr/>
            <p:nvPr/>
          </p:nvSpPr>
          <p:spPr>
            <a:xfrm>
              <a:off x="6668091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8" name="Rechteck 233">
              <a:extLst>
                <a:ext uri="{FF2B5EF4-FFF2-40B4-BE49-F238E27FC236}">
                  <a16:creationId xmlns:a16="http://schemas.microsoft.com/office/drawing/2014/main" id="{AA1AB0D5-F61D-2C9F-9BA2-7497457C0A95}"/>
                </a:ext>
              </a:extLst>
            </p:cNvPr>
            <p:cNvSpPr/>
            <p:nvPr/>
          </p:nvSpPr>
          <p:spPr>
            <a:xfrm>
              <a:off x="7166304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9" name="Rechteck 234">
              <a:extLst>
                <a:ext uri="{FF2B5EF4-FFF2-40B4-BE49-F238E27FC236}">
                  <a16:creationId xmlns:a16="http://schemas.microsoft.com/office/drawing/2014/main" id="{892255C5-47F8-46A7-26C1-C710DFF5ECCD}"/>
                </a:ext>
              </a:extLst>
            </p:cNvPr>
            <p:cNvSpPr/>
            <p:nvPr/>
          </p:nvSpPr>
          <p:spPr>
            <a:xfrm>
              <a:off x="7686255" y="495322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0" name="Ellipse 235">
              <a:extLst>
                <a:ext uri="{FF2B5EF4-FFF2-40B4-BE49-F238E27FC236}">
                  <a16:creationId xmlns:a16="http://schemas.microsoft.com/office/drawing/2014/main" id="{BE980C34-866B-4BD3-4773-6C0206E7011E}"/>
                </a:ext>
              </a:extLst>
            </p:cNvPr>
            <p:cNvSpPr/>
            <p:nvPr/>
          </p:nvSpPr>
          <p:spPr>
            <a:xfrm>
              <a:off x="5181293" y="48578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65" name="Bogen 164">
            <a:extLst>
              <a:ext uri="{FF2B5EF4-FFF2-40B4-BE49-F238E27FC236}">
                <a16:creationId xmlns:a16="http://schemas.microsoft.com/office/drawing/2014/main" id="{D94C1636-7113-60DF-BA7A-4DC029C9F2EB}"/>
              </a:ext>
            </a:extLst>
          </p:cNvPr>
          <p:cNvSpPr/>
          <p:nvPr/>
        </p:nvSpPr>
        <p:spPr>
          <a:xfrm rot="414236">
            <a:off x="1273788" y="689002"/>
            <a:ext cx="5692764" cy="2949317"/>
          </a:xfrm>
          <a:prstGeom prst="arc">
            <a:avLst>
              <a:gd name="adj1" fmla="val 12040257"/>
              <a:gd name="adj2" fmla="val 18767156"/>
            </a:avLst>
          </a:prstGeom>
          <a:ln w="12700">
            <a:solidFill>
              <a:schemeClr val="tx1"/>
            </a:solidFill>
            <a:prstDash val="dash"/>
            <a:headEnd type="stealth" w="lg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9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hteck 163">
            <a:extLst>
              <a:ext uri="{FF2B5EF4-FFF2-40B4-BE49-F238E27FC236}">
                <a16:creationId xmlns:a16="http://schemas.microsoft.com/office/drawing/2014/main" id="{76098EAA-8A2B-C8C0-B83A-E503D6A6001B}"/>
              </a:ext>
            </a:extLst>
          </p:cNvPr>
          <p:cNvSpPr/>
          <p:nvPr/>
        </p:nvSpPr>
        <p:spPr>
          <a:xfrm>
            <a:off x="815823" y="553436"/>
            <a:ext cx="1842105" cy="1403420"/>
          </a:xfrm>
          <a:prstGeom prst="rect">
            <a:avLst/>
          </a:prstGeom>
          <a:solidFill>
            <a:schemeClr val="accent2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1D51B83-85D7-C8D1-E771-AD43BCE01870}"/>
              </a:ext>
            </a:extLst>
          </p:cNvPr>
          <p:cNvCxnSpPr>
            <a:cxnSpLocks/>
          </p:cNvCxnSpPr>
          <p:nvPr/>
        </p:nvCxnSpPr>
        <p:spPr>
          <a:xfrm>
            <a:off x="663423" y="1956861"/>
            <a:ext cx="19945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F57DDA91-126C-5FF5-61F7-217D0FB3038F}"/>
              </a:ext>
            </a:extLst>
          </p:cNvPr>
          <p:cNvCxnSpPr>
            <a:cxnSpLocks/>
          </p:cNvCxnSpPr>
          <p:nvPr/>
        </p:nvCxnSpPr>
        <p:spPr>
          <a:xfrm flipV="1">
            <a:off x="815823" y="535665"/>
            <a:ext cx="0" cy="15735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Ellipse 162">
            <a:extLst>
              <a:ext uri="{FF2B5EF4-FFF2-40B4-BE49-F238E27FC236}">
                <a16:creationId xmlns:a16="http://schemas.microsoft.com/office/drawing/2014/main" id="{B5380339-6A9E-0D12-8015-C08C91BFAC16}"/>
              </a:ext>
            </a:extLst>
          </p:cNvPr>
          <p:cNvSpPr/>
          <p:nvPr/>
        </p:nvSpPr>
        <p:spPr>
          <a:xfrm>
            <a:off x="1802237" y="1070358"/>
            <a:ext cx="76059" cy="760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7FE7FA3-01AA-5190-1D68-0C1D4749CD42}"/>
                  </a:ext>
                </a:extLst>
              </p:cNvPr>
              <p:cNvSpPr txBox="1"/>
              <p:nvPr/>
            </p:nvSpPr>
            <p:spPr>
              <a:xfrm>
                <a:off x="1502802" y="847345"/>
                <a:ext cx="20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7FE7FA3-01AA-5190-1D68-0C1D4749C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802" y="847345"/>
                <a:ext cx="207621" cy="276999"/>
              </a:xfrm>
              <a:prstGeom prst="rect">
                <a:avLst/>
              </a:prstGeom>
              <a:blipFill>
                <a:blip r:embed="rId2"/>
                <a:stretch>
                  <a:fillRect l="-29412" r="-23529" b="-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1BA78AD8-E129-FDA9-1B29-82229A6B9C33}"/>
                  </a:ext>
                </a:extLst>
              </p:cNvPr>
              <p:cNvSpPr txBox="1"/>
              <p:nvPr/>
            </p:nvSpPr>
            <p:spPr>
              <a:xfrm>
                <a:off x="487233" y="5628771"/>
                <a:ext cx="2821083" cy="7576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1600" b="0" dirty="0"/>
                  <a:t>Empirical </a:t>
                </a:r>
                <a:r>
                  <a:rPr lang="de-DE" sz="1600" b="0" dirty="0" err="1"/>
                  <a:t>distribution</a:t>
                </a:r>
                <a:r>
                  <a:rPr lang="de-DE" sz="16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𝑒𝑚𝑝</m:t>
                        </m:r>
                      </m:sub>
                    </m:sSub>
                    <m:d>
                      <m:dPr>
                        <m:ctrlPr>
                          <a:rPr lang="de-DE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de-DE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de-DE" sz="1600" dirty="0"/>
              </a:p>
              <a:p>
                <a:r>
                  <a:rPr lang="de-DE" sz="1600" b="0" dirty="0"/>
                  <a:t>of </a:t>
                </a:r>
                <a:r>
                  <a:rPr lang="de-DE" sz="1600" b="0" dirty="0" err="1"/>
                  <a:t>balls</a:t>
                </a:r>
                <a:r>
                  <a:rPr lang="de-DE" sz="1600" b="0" dirty="0"/>
                  <a:t> in the </a:t>
                </a:r>
                <a:r>
                  <a:rPr lang="de-DE" sz="1600" b="0" dirty="0" err="1"/>
                  <a:t>column</a:t>
                </a:r>
                <a:r>
                  <a:rPr lang="de-DE" sz="1600" b="0" dirty="0"/>
                  <a:t> </a:t>
                </a:r>
                <a:r>
                  <a:rPr lang="de-DE" sz="1600" b="0" dirty="0" err="1"/>
                  <a:t>as</a:t>
                </a:r>
                <a:r>
                  <a:rPr lang="de-DE" sz="1600" b="0" dirty="0"/>
                  <a:t> a </a:t>
                </a:r>
                <a:r>
                  <a:rPr lang="de-DE" sz="1600" b="0" dirty="0" err="1"/>
                  <a:t>function</a:t>
                </a:r>
                <a:r>
                  <a:rPr lang="de-DE" sz="1600" b="0" dirty="0"/>
                  <a:t> of the </a:t>
                </a:r>
                <a:r>
                  <a:rPr lang="de-DE" sz="1600" b="0" dirty="0" err="1"/>
                  <a:t>microstate</a:t>
                </a:r>
                <a:endParaRPr lang="de-DE" sz="1600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1BA78AD8-E129-FDA9-1B29-82229A6B9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33" y="5628771"/>
                <a:ext cx="2821083" cy="757643"/>
              </a:xfrm>
              <a:prstGeom prst="rect">
                <a:avLst/>
              </a:prstGeom>
              <a:blipFill>
                <a:blip r:embed="rId3"/>
                <a:stretch>
                  <a:fillRect l="-4536" t="-7200" b="-152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4BDE77E3-67FD-B9AD-88C6-42A1D76D8B10}"/>
              </a:ext>
            </a:extLst>
          </p:cNvPr>
          <p:cNvGrpSpPr/>
          <p:nvPr/>
        </p:nvGrpSpPr>
        <p:grpSpPr>
          <a:xfrm>
            <a:off x="3912956" y="673768"/>
            <a:ext cx="4900175" cy="5946586"/>
            <a:chOff x="3192781" y="154578"/>
            <a:chExt cx="5638800" cy="6842940"/>
          </a:xfrm>
        </p:grpSpPr>
        <p:sp>
          <p:nvSpPr>
            <p:cNvPr id="90" name="Rechteck 130">
              <a:extLst>
                <a:ext uri="{FF2B5EF4-FFF2-40B4-BE49-F238E27FC236}">
                  <a16:creationId xmlns:a16="http://schemas.microsoft.com/office/drawing/2014/main" id="{C2A12BA8-01D0-325C-44E6-941FB7CC4563}"/>
                </a:ext>
              </a:extLst>
            </p:cNvPr>
            <p:cNvSpPr/>
            <p:nvPr/>
          </p:nvSpPr>
          <p:spPr>
            <a:xfrm>
              <a:off x="3192781" y="154578"/>
              <a:ext cx="5638800" cy="6565856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  <a:scene3d>
              <a:camera prst="obliqueTopRight"/>
              <a:lightRig rig="soft" dir="t">
                <a:rot lat="0" lon="0" rev="600000"/>
              </a:lightRig>
            </a:scene3d>
            <a:sp3d>
              <a:bevelT w="165100" h="1016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Zylinder 4">
              <a:extLst>
                <a:ext uri="{FF2B5EF4-FFF2-40B4-BE49-F238E27FC236}">
                  <a16:creationId xmlns:a16="http://schemas.microsoft.com/office/drawing/2014/main" id="{DBFFFC13-64EE-03EE-1FBC-EAB195EAB891}"/>
                </a:ext>
              </a:extLst>
            </p:cNvPr>
            <p:cNvSpPr/>
            <p:nvPr/>
          </p:nvSpPr>
          <p:spPr>
            <a:xfrm rot="12667022">
              <a:off x="5532935" y="18619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Zylinder 5">
              <a:extLst>
                <a:ext uri="{FF2B5EF4-FFF2-40B4-BE49-F238E27FC236}">
                  <a16:creationId xmlns:a16="http://schemas.microsoft.com/office/drawing/2014/main" id="{430498A2-CDE1-6EEF-6280-7C469FCA4B8D}"/>
                </a:ext>
              </a:extLst>
            </p:cNvPr>
            <p:cNvSpPr/>
            <p:nvPr/>
          </p:nvSpPr>
          <p:spPr>
            <a:xfrm rot="12667022">
              <a:off x="6025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Zylinder 6">
              <a:extLst>
                <a:ext uri="{FF2B5EF4-FFF2-40B4-BE49-F238E27FC236}">
                  <a16:creationId xmlns:a16="http://schemas.microsoft.com/office/drawing/2014/main" id="{DB575577-34C2-D55E-023F-8BBBD1B7B411}"/>
                </a:ext>
              </a:extLst>
            </p:cNvPr>
            <p:cNvSpPr/>
            <p:nvPr/>
          </p:nvSpPr>
          <p:spPr>
            <a:xfrm rot="12667022">
              <a:off x="6529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Zylinder 15">
              <a:extLst>
                <a:ext uri="{FF2B5EF4-FFF2-40B4-BE49-F238E27FC236}">
                  <a16:creationId xmlns:a16="http://schemas.microsoft.com/office/drawing/2014/main" id="{D3BEB6B3-299D-A619-BEFB-F6CADB2F4F7B}"/>
                </a:ext>
              </a:extLst>
            </p:cNvPr>
            <p:cNvSpPr/>
            <p:nvPr/>
          </p:nvSpPr>
          <p:spPr>
            <a:xfrm rot="12667022">
              <a:off x="5269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Zylinder 16">
              <a:extLst>
                <a:ext uri="{FF2B5EF4-FFF2-40B4-BE49-F238E27FC236}">
                  <a16:creationId xmlns:a16="http://schemas.microsoft.com/office/drawing/2014/main" id="{951518EC-E009-A57C-7AE1-B99C20126685}"/>
                </a:ext>
              </a:extLst>
            </p:cNvPr>
            <p:cNvSpPr/>
            <p:nvPr/>
          </p:nvSpPr>
          <p:spPr>
            <a:xfrm rot="12667022">
              <a:off x="5773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6" name="Zylinder 17">
              <a:extLst>
                <a:ext uri="{FF2B5EF4-FFF2-40B4-BE49-F238E27FC236}">
                  <a16:creationId xmlns:a16="http://schemas.microsoft.com/office/drawing/2014/main" id="{7549CFD3-37C4-D8DA-897E-A6B6C29481BC}"/>
                </a:ext>
              </a:extLst>
            </p:cNvPr>
            <p:cNvSpPr/>
            <p:nvPr/>
          </p:nvSpPr>
          <p:spPr>
            <a:xfrm rot="12667022">
              <a:off x="6277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Zylinder 18">
              <a:extLst>
                <a:ext uri="{FF2B5EF4-FFF2-40B4-BE49-F238E27FC236}">
                  <a16:creationId xmlns:a16="http://schemas.microsoft.com/office/drawing/2014/main" id="{C997A81A-B511-5343-5011-4F6B12A38178}"/>
                </a:ext>
              </a:extLst>
            </p:cNvPr>
            <p:cNvSpPr/>
            <p:nvPr/>
          </p:nvSpPr>
          <p:spPr>
            <a:xfrm rot="12667022">
              <a:off x="6781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Zylinder 25">
              <a:extLst>
                <a:ext uri="{FF2B5EF4-FFF2-40B4-BE49-F238E27FC236}">
                  <a16:creationId xmlns:a16="http://schemas.microsoft.com/office/drawing/2014/main" id="{874766DB-6945-3D8B-4E98-CF89A0CA5428}"/>
                </a:ext>
              </a:extLst>
            </p:cNvPr>
            <p:cNvSpPr/>
            <p:nvPr/>
          </p:nvSpPr>
          <p:spPr>
            <a:xfrm rot="12667022">
              <a:off x="5521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Zylinder 26">
              <a:extLst>
                <a:ext uri="{FF2B5EF4-FFF2-40B4-BE49-F238E27FC236}">
                  <a16:creationId xmlns:a16="http://schemas.microsoft.com/office/drawing/2014/main" id="{D5C6E86E-86A4-B7C2-393A-54885EA5FEE4}"/>
                </a:ext>
              </a:extLst>
            </p:cNvPr>
            <p:cNvSpPr/>
            <p:nvPr/>
          </p:nvSpPr>
          <p:spPr>
            <a:xfrm rot="12667022">
              <a:off x="6025045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Zylinder 27">
              <a:extLst>
                <a:ext uri="{FF2B5EF4-FFF2-40B4-BE49-F238E27FC236}">
                  <a16:creationId xmlns:a16="http://schemas.microsoft.com/office/drawing/2014/main" id="{DA5EF153-969A-C709-C9BE-5A89586C7B8F}"/>
                </a:ext>
              </a:extLst>
            </p:cNvPr>
            <p:cNvSpPr/>
            <p:nvPr/>
          </p:nvSpPr>
          <p:spPr>
            <a:xfrm rot="12667022">
              <a:off x="6529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Zylinder 28">
              <a:extLst>
                <a:ext uri="{FF2B5EF4-FFF2-40B4-BE49-F238E27FC236}">
                  <a16:creationId xmlns:a16="http://schemas.microsoft.com/office/drawing/2014/main" id="{E5EB34AD-F2FE-FB7A-8386-6D0CB3D31ED4}"/>
                </a:ext>
              </a:extLst>
            </p:cNvPr>
            <p:cNvSpPr/>
            <p:nvPr/>
          </p:nvSpPr>
          <p:spPr>
            <a:xfrm rot="12667022">
              <a:off x="6997642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Zylinder 33">
              <a:extLst>
                <a:ext uri="{FF2B5EF4-FFF2-40B4-BE49-F238E27FC236}">
                  <a16:creationId xmlns:a16="http://schemas.microsoft.com/office/drawing/2014/main" id="{A4E79A86-BEC0-6EC2-9B24-4C537C265192}"/>
                </a:ext>
              </a:extLst>
            </p:cNvPr>
            <p:cNvSpPr/>
            <p:nvPr/>
          </p:nvSpPr>
          <p:spPr>
            <a:xfrm rot="12667022">
              <a:off x="5017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Zylinder 35">
              <a:extLst>
                <a:ext uri="{FF2B5EF4-FFF2-40B4-BE49-F238E27FC236}">
                  <a16:creationId xmlns:a16="http://schemas.microsoft.com/office/drawing/2014/main" id="{068D70B9-471E-C4DE-C750-78D4663E22D5}"/>
                </a:ext>
              </a:extLst>
            </p:cNvPr>
            <p:cNvSpPr/>
            <p:nvPr/>
          </p:nvSpPr>
          <p:spPr>
            <a:xfrm rot="12667022">
              <a:off x="5269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Zylinder 36">
              <a:extLst>
                <a:ext uri="{FF2B5EF4-FFF2-40B4-BE49-F238E27FC236}">
                  <a16:creationId xmlns:a16="http://schemas.microsoft.com/office/drawing/2014/main" id="{5B4A9578-5580-36D4-7C32-631A26834837}"/>
                </a:ext>
              </a:extLst>
            </p:cNvPr>
            <p:cNvSpPr/>
            <p:nvPr/>
          </p:nvSpPr>
          <p:spPr>
            <a:xfrm rot="12667022">
              <a:off x="5773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Zylinder 37">
              <a:extLst>
                <a:ext uri="{FF2B5EF4-FFF2-40B4-BE49-F238E27FC236}">
                  <a16:creationId xmlns:a16="http://schemas.microsoft.com/office/drawing/2014/main" id="{66BDD97B-5C56-72A7-C8DD-686B3F044298}"/>
                </a:ext>
              </a:extLst>
            </p:cNvPr>
            <p:cNvSpPr/>
            <p:nvPr/>
          </p:nvSpPr>
          <p:spPr>
            <a:xfrm rot="12667022">
              <a:off x="6277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Zylinder 38">
              <a:extLst>
                <a:ext uri="{FF2B5EF4-FFF2-40B4-BE49-F238E27FC236}">
                  <a16:creationId xmlns:a16="http://schemas.microsoft.com/office/drawing/2014/main" id="{1DCF9F75-ABE4-2BE7-6996-7FC3FEB011D9}"/>
                </a:ext>
              </a:extLst>
            </p:cNvPr>
            <p:cNvSpPr/>
            <p:nvPr/>
          </p:nvSpPr>
          <p:spPr>
            <a:xfrm rot="12667022">
              <a:off x="6781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Zylinder 39">
              <a:extLst>
                <a:ext uri="{FF2B5EF4-FFF2-40B4-BE49-F238E27FC236}">
                  <a16:creationId xmlns:a16="http://schemas.microsoft.com/office/drawing/2014/main" id="{76E6DF2C-740A-C33C-1F93-248EF00EE4FC}"/>
                </a:ext>
              </a:extLst>
            </p:cNvPr>
            <p:cNvSpPr/>
            <p:nvPr/>
          </p:nvSpPr>
          <p:spPr>
            <a:xfrm rot="12667022">
              <a:off x="728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Zylinder 43">
              <a:extLst>
                <a:ext uri="{FF2B5EF4-FFF2-40B4-BE49-F238E27FC236}">
                  <a16:creationId xmlns:a16="http://schemas.microsoft.com/office/drawing/2014/main" id="{2AAC79F0-0A5C-34AD-7445-8F63CC65DDBB}"/>
                </a:ext>
              </a:extLst>
            </p:cNvPr>
            <p:cNvSpPr/>
            <p:nvPr/>
          </p:nvSpPr>
          <p:spPr>
            <a:xfrm rot="12667022">
              <a:off x="476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Zylinder 45">
              <a:extLst>
                <a:ext uri="{FF2B5EF4-FFF2-40B4-BE49-F238E27FC236}">
                  <a16:creationId xmlns:a16="http://schemas.microsoft.com/office/drawing/2014/main" id="{9C7FF6D9-4295-D9D5-2C5E-D2BF53A4E97C}"/>
                </a:ext>
              </a:extLst>
            </p:cNvPr>
            <p:cNvSpPr/>
            <p:nvPr/>
          </p:nvSpPr>
          <p:spPr>
            <a:xfrm rot="12667022">
              <a:off x="5521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Zylinder 46">
              <a:extLst>
                <a:ext uri="{FF2B5EF4-FFF2-40B4-BE49-F238E27FC236}">
                  <a16:creationId xmlns:a16="http://schemas.microsoft.com/office/drawing/2014/main" id="{EBF7AEFB-CE77-51EF-E687-AA4219959EB8}"/>
                </a:ext>
              </a:extLst>
            </p:cNvPr>
            <p:cNvSpPr/>
            <p:nvPr/>
          </p:nvSpPr>
          <p:spPr>
            <a:xfrm rot="12667022">
              <a:off x="6025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Zylinder 47">
              <a:extLst>
                <a:ext uri="{FF2B5EF4-FFF2-40B4-BE49-F238E27FC236}">
                  <a16:creationId xmlns:a16="http://schemas.microsoft.com/office/drawing/2014/main" id="{05C4C2D1-E8B8-AED0-EC2F-18B931911363}"/>
                </a:ext>
              </a:extLst>
            </p:cNvPr>
            <p:cNvSpPr/>
            <p:nvPr/>
          </p:nvSpPr>
          <p:spPr>
            <a:xfrm rot="12667022">
              <a:off x="6529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Zylinder 48">
              <a:extLst>
                <a:ext uri="{FF2B5EF4-FFF2-40B4-BE49-F238E27FC236}">
                  <a16:creationId xmlns:a16="http://schemas.microsoft.com/office/drawing/2014/main" id="{D1579826-B4F4-D701-E03A-8F6AA348E4A1}"/>
                </a:ext>
              </a:extLst>
            </p:cNvPr>
            <p:cNvSpPr/>
            <p:nvPr/>
          </p:nvSpPr>
          <p:spPr>
            <a:xfrm rot="12667022">
              <a:off x="699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Zylinder 49">
              <a:extLst>
                <a:ext uri="{FF2B5EF4-FFF2-40B4-BE49-F238E27FC236}">
                  <a16:creationId xmlns:a16="http://schemas.microsoft.com/office/drawing/2014/main" id="{85239BED-CCEC-7AC0-FF91-8A9D6682992E}"/>
                </a:ext>
              </a:extLst>
            </p:cNvPr>
            <p:cNvSpPr/>
            <p:nvPr/>
          </p:nvSpPr>
          <p:spPr>
            <a:xfrm rot="12667022">
              <a:off x="7456371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Zylinder 52">
              <a:extLst>
                <a:ext uri="{FF2B5EF4-FFF2-40B4-BE49-F238E27FC236}">
                  <a16:creationId xmlns:a16="http://schemas.microsoft.com/office/drawing/2014/main" id="{21BE7E91-E90B-67E5-B677-41B3070754DA}"/>
                </a:ext>
              </a:extLst>
            </p:cNvPr>
            <p:cNvSpPr/>
            <p:nvPr/>
          </p:nvSpPr>
          <p:spPr>
            <a:xfrm rot="12667022">
              <a:off x="4528762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Zylinder 53">
              <a:extLst>
                <a:ext uri="{FF2B5EF4-FFF2-40B4-BE49-F238E27FC236}">
                  <a16:creationId xmlns:a16="http://schemas.microsoft.com/office/drawing/2014/main" id="{E3AE5EA5-FB5C-D64B-6886-7D8834470C80}"/>
                </a:ext>
              </a:extLst>
            </p:cNvPr>
            <p:cNvSpPr/>
            <p:nvPr/>
          </p:nvSpPr>
          <p:spPr>
            <a:xfrm rot="12667022">
              <a:off x="501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Zylinder 55">
              <a:extLst>
                <a:ext uri="{FF2B5EF4-FFF2-40B4-BE49-F238E27FC236}">
                  <a16:creationId xmlns:a16="http://schemas.microsoft.com/office/drawing/2014/main" id="{D29C8E17-7BD2-1CCC-C24D-EA4407E2B039}"/>
                </a:ext>
              </a:extLst>
            </p:cNvPr>
            <p:cNvSpPr/>
            <p:nvPr/>
          </p:nvSpPr>
          <p:spPr>
            <a:xfrm rot="12667022">
              <a:off x="577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Zylinder 56">
              <a:extLst>
                <a:ext uri="{FF2B5EF4-FFF2-40B4-BE49-F238E27FC236}">
                  <a16:creationId xmlns:a16="http://schemas.microsoft.com/office/drawing/2014/main" id="{9378F5C7-C47F-E852-11CD-C2E2A95DF498}"/>
                </a:ext>
              </a:extLst>
            </p:cNvPr>
            <p:cNvSpPr/>
            <p:nvPr/>
          </p:nvSpPr>
          <p:spPr>
            <a:xfrm rot="12667022">
              <a:off x="6277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Zylinder 57">
              <a:extLst>
                <a:ext uri="{FF2B5EF4-FFF2-40B4-BE49-F238E27FC236}">
                  <a16:creationId xmlns:a16="http://schemas.microsoft.com/office/drawing/2014/main" id="{79737E2B-E77D-73A7-D370-1F0F2C44D985}"/>
                </a:ext>
              </a:extLst>
            </p:cNvPr>
            <p:cNvSpPr/>
            <p:nvPr/>
          </p:nvSpPr>
          <p:spPr>
            <a:xfrm rot="12667022">
              <a:off x="6781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Zylinder 58">
              <a:extLst>
                <a:ext uri="{FF2B5EF4-FFF2-40B4-BE49-F238E27FC236}">
                  <a16:creationId xmlns:a16="http://schemas.microsoft.com/office/drawing/2014/main" id="{EEDBA6E7-BDE8-5FE3-3284-58BDDE9F6ADB}"/>
                </a:ext>
              </a:extLst>
            </p:cNvPr>
            <p:cNvSpPr/>
            <p:nvPr/>
          </p:nvSpPr>
          <p:spPr>
            <a:xfrm rot="12667022">
              <a:off x="728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0" name="Zylinder 59">
              <a:extLst>
                <a:ext uri="{FF2B5EF4-FFF2-40B4-BE49-F238E27FC236}">
                  <a16:creationId xmlns:a16="http://schemas.microsoft.com/office/drawing/2014/main" id="{27DFE0DD-3A11-51D1-41F3-1B8D7E6A6AD3}"/>
                </a:ext>
              </a:extLst>
            </p:cNvPr>
            <p:cNvSpPr/>
            <p:nvPr/>
          </p:nvSpPr>
          <p:spPr>
            <a:xfrm rot="12667022">
              <a:off x="775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Zylinder 61">
              <a:extLst>
                <a:ext uri="{FF2B5EF4-FFF2-40B4-BE49-F238E27FC236}">
                  <a16:creationId xmlns:a16="http://schemas.microsoft.com/office/drawing/2014/main" id="{1B62906C-4EFB-F225-A516-98E33B774686}"/>
                </a:ext>
              </a:extLst>
            </p:cNvPr>
            <p:cNvSpPr/>
            <p:nvPr/>
          </p:nvSpPr>
          <p:spPr>
            <a:xfrm rot="12667022">
              <a:off x="4257879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Zylinder 62">
              <a:extLst>
                <a:ext uri="{FF2B5EF4-FFF2-40B4-BE49-F238E27FC236}">
                  <a16:creationId xmlns:a16="http://schemas.microsoft.com/office/drawing/2014/main" id="{1C93FAE7-0C60-3FA9-4473-57CD141C4E4D}"/>
                </a:ext>
              </a:extLst>
            </p:cNvPr>
            <p:cNvSpPr/>
            <p:nvPr/>
          </p:nvSpPr>
          <p:spPr>
            <a:xfrm rot="12667022">
              <a:off x="476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Zylinder 63">
              <a:extLst>
                <a:ext uri="{FF2B5EF4-FFF2-40B4-BE49-F238E27FC236}">
                  <a16:creationId xmlns:a16="http://schemas.microsoft.com/office/drawing/2014/main" id="{D9349E74-4EF3-ECAC-2A70-A8FD8A79A9B5}"/>
                </a:ext>
              </a:extLst>
            </p:cNvPr>
            <p:cNvSpPr/>
            <p:nvPr/>
          </p:nvSpPr>
          <p:spPr>
            <a:xfrm rot="12667022">
              <a:off x="5269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Zylinder 65">
              <a:extLst>
                <a:ext uri="{FF2B5EF4-FFF2-40B4-BE49-F238E27FC236}">
                  <a16:creationId xmlns:a16="http://schemas.microsoft.com/office/drawing/2014/main" id="{EFA3C7B4-7E88-C340-A6BE-8868FE95E12F}"/>
                </a:ext>
              </a:extLst>
            </p:cNvPr>
            <p:cNvSpPr/>
            <p:nvPr/>
          </p:nvSpPr>
          <p:spPr>
            <a:xfrm rot="12667022">
              <a:off x="5521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Zylinder 66">
              <a:extLst>
                <a:ext uri="{FF2B5EF4-FFF2-40B4-BE49-F238E27FC236}">
                  <a16:creationId xmlns:a16="http://schemas.microsoft.com/office/drawing/2014/main" id="{A3214ED4-F564-FDA3-FBC8-83609CFA6220}"/>
                </a:ext>
              </a:extLst>
            </p:cNvPr>
            <p:cNvSpPr/>
            <p:nvPr/>
          </p:nvSpPr>
          <p:spPr>
            <a:xfrm rot="12667022">
              <a:off x="6025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Zylinder 67">
              <a:extLst>
                <a:ext uri="{FF2B5EF4-FFF2-40B4-BE49-F238E27FC236}">
                  <a16:creationId xmlns:a16="http://schemas.microsoft.com/office/drawing/2014/main" id="{8A0B27AA-77D0-38C5-2787-EE4216306E5A}"/>
                </a:ext>
              </a:extLst>
            </p:cNvPr>
            <p:cNvSpPr/>
            <p:nvPr/>
          </p:nvSpPr>
          <p:spPr>
            <a:xfrm rot="12667022">
              <a:off x="6529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Zylinder 68">
              <a:extLst>
                <a:ext uri="{FF2B5EF4-FFF2-40B4-BE49-F238E27FC236}">
                  <a16:creationId xmlns:a16="http://schemas.microsoft.com/office/drawing/2014/main" id="{942C07E7-6D00-F780-A2C3-C91C0DC6252D}"/>
                </a:ext>
              </a:extLst>
            </p:cNvPr>
            <p:cNvSpPr/>
            <p:nvPr/>
          </p:nvSpPr>
          <p:spPr>
            <a:xfrm rot="12667022">
              <a:off x="699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Zylinder 69">
              <a:extLst>
                <a:ext uri="{FF2B5EF4-FFF2-40B4-BE49-F238E27FC236}">
                  <a16:creationId xmlns:a16="http://schemas.microsoft.com/office/drawing/2014/main" id="{ECBC16BE-460E-1211-2E55-8DE416B7A2B1}"/>
                </a:ext>
              </a:extLst>
            </p:cNvPr>
            <p:cNvSpPr/>
            <p:nvPr/>
          </p:nvSpPr>
          <p:spPr>
            <a:xfrm rot="12667022">
              <a:off x="7464604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Zylinder 70">
              <a:extLst>
                <a:ext uri="{FF2B5EF4-FFF2-40B4-BE49-F238E27FC236}">
                  <a16:creationId xmlns:a16="http://schemas.microsoft.com/office/drawing/2014/main" id="{2E16456D-04BF-F8E1-837C-D53526A25CA3}"/>
                </a:ext>
              </a:extLst>
            </p:cNvPr>
            <p:cNvSpPr/>
            <p:nvPr/>
          </p:nvSpPr>
          <p:spPr>
            <a:xfrm rot="12667022">
              <a:off x="795317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Zylinder 71">
              <a:extLst>
                <a:ext uri="{FF2B5EF4-FFF2-40B4-BE49-F238E27FC236}">
                  <a16:creationId xmlns:a16="http://schemas.microsoft.com/office/drawing/2014/main" id="{944153C5-452A-646A-9512-1DD5D946B18F}"/>
                </a:ext>
              </a:extLst>
            </p:cNvPr>
            <p:cNvSpPr/>
            <p:nvPr/>
          </p:nvSpPr>
          <p:spPr>
            <a:xfrm rot="12667022">
              <a:off x="4056851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Zylinder 72">
              <a:extLst>
                <a:ext uri="{FF2B5EF4-FFF2-40B4-BE49-F238E27FC236}">
                  <a16:creationId xmlns:a16="http://schemas.microsoft.com/office/drawing/2014/main" id="{A33675A7-E526-D419-0164-15EFFFEDCA89}"/>
                </a:ext>
              </a:extLst>
            </p:cNvPr>
            <p:cNvSpPr/>
            <p:nvPr/>
          </p:nvSpPr>
          <p:spPr>
            <a:xfrm rot="12667022">
              <a:off x="4536995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Zylinder 73">
              <a:extLst>
                <a:ext uri="{FF2B5EF4-FFF2-40B4-BE49-F238E27FC236}">
                  <a16:creationId xmlns:a16="http://schemas.microsoft.com/office/drawing/2014/main" id="{39FE0886-83EF-522B-FEA3-E3A55C54DD8B}"/>
                </a:ext>
              </a:extLst>
            </p:cNvPr>
            <p:cNvSpPr/>
            <p:nvPr/>
          </p:nvSpPr>
          <p:spPr>
            <a:xfrm rot="12667022">
              <a:off x="501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Flussdiagramm: Manuelle Verarbeitung 95">
              <a:extLst>
                <a:ext uri="{FF2B5EF4-FFF2-40B4-BE49-F238E27FC236}">
                  <a16:creationId xmlns:a16="http://schemas.microsoft.com/office/drawing/2014/main" id="{F7C4856E-D4FA-5EBF-A93A-D0E6E6ABC8C4}"/>
                </a:ext>
              </a:extLst>
            </p:cNvPr>
            <p:cNvSpPr/>
            <p:nvPr/>
          </p:nvSpPr>
          <p:spPr>
            <a:xfrm>
              <a:off x="4962000" y="384907"/>
              <a:ext cx="2268000" cy="118793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3177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6859" y="9890"/>
                  </a:lnTo>
                  <a:lnTo>
                    <a:pt x="3177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  <a:effectLst/>
            <a:scene3d>
              <a:camera prst="obliqueTopRight"/>
              <a:lightRig rig="soft" dir="t"/>
            </a:scene3d>
            <a:sp3d prstMaterial="clear">
              <a:bevelT w="177800" h="635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6" name="Ellipse 104">
              <a:extLst>
                <a:ext uri="{FF2B5EF4-FFF2-40B4-BE49-F238E27FC236}">
                  <a16:creationId xmlns:a16="http://schemas.microsoft.com/office/drawing/2014/main" id="{C2D091A7-631B-43A1-7A8F-EE1020E5B129}"/>
                </a:ext>
              </a:extLst>
            </p:cNvPr>
            <p:cNvSpPr/>
            <p:nvPr/>
          </p:nvSpPr>
          <p:spPr>
            <a:xfrm>
              <a:off x="5891220" y="635956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Zylinder 132">
              <a:extLst>
                <a:ext uri="{FF2B5EF4-FFF2-40B4-BE49-F238E27FC236}">
                  <a16:creationId xmlns:a16="http://schemas.microsoft.com/office/drawing/2014/main" id="{7B966324-B872-B90D-A8E7-BECE4D46B263}"/>
                </a:ext>
              </a:extLst>
            </p:cNvPr>
            <p:cNvSpPr/>
            <p:nvPr/>
          </p:nvSpPr>
          <p:spPr>
            <a:xfrm rot="12667022">
              <a:off x="526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Zylinder 133">
              <a:extLst>
                <a:ext uri="{FF2B5EF4-FFF2-40B4-BE49-F238E27FC236}">
                  <a16:creationId xmlns:a16="http://schemas.microsoft.com/office/drawing/2014/main" id="{6998BE4E-B8A0-C882-1F0D-517822435659}"/>
                </a:ext>
              </a:extLst>
            </p:cNvPr>
            <p:cNvSpPr/>
            <p:nvPr/>
          </p:nvSpPr>
          <p:spPr>
            <a:xfrm rot="12667022">
              <a:off x="577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Zylinder 134">
              <a:extLst>
                <a:ext uri="{FF2B5EF4-FFF2-40B4-BE49-F238E27FC236}">
                  <a16:creationId xmlns:a16="http://schemas.microsoft.com/office/drawing/2014/main" id="{442AEBC7-029E-2EB4-E588-4BADA342F406}"/>
                </a:ext>
              </a:extLst>
            </p:cNvPr>
            <p:cNvSpPr/>
            <p:nvPr/>
          </p:nvSpPr>
          <p:spPr>
            <a:xfrm rot="12667022">
              <a:off x="6277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Zylinder 135">
              <a:extLst>
                <a:ext uri="{FF2B5EF4-FFF2-40B4-BE49-F238E27FC236}">
                  <a16:creationId xmlns:a16="http://schemas.microsoft.com/office/drawing/2014/main" id="{F55F57A4-B07F-B70B-F1CB-3FFF511C505D}"/>
                </a:ext>
              </a:extLst>
            </p:cNvPr>
            <p:cNvSpPr/>
            <p:nvPr/>
          </p:nvSpPr>
          <p:spPr>
            <a:xfrm rot="12667022">
              <a:off x="678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Zylinder 136">
              <a:extLst>
                <a:ext uri="{FF2B5EF4-FFF2-40B4-BE49-F238E27FC236}">
                  <a16:creationId xmlns:a16="http://schemas.microsoft.com/office/drawing/2014/main" id="{726EA387-482F-5465-C350-2267F953C30D}"/>
                </a:ext>
              </a:extLst>
            </p:cNvPr>
            <p:cNvSpPr/>
            <p:nvPr/>
          </p:nvSpPr>
          <p:spPr>
            <a:xfrm rot="12667022">
              <a:off x="728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Zylinder 137">
              <a:extLst>
                <a:ext uri="{FF2B5EF4-FFF2-40B4-BE49-F238E27FC236}">
                  <a16:creationId xmlns:a16="http://schemas.microsoft.com/office/drawing/2014/main" id="{9733A3BF-E232-3EF4-84F9-A2215C7D7F83}"/>
                </a:ext>
              </a:extLst>
            </p:cNvPr>
            <p:cNvSpPr/>
            <p:nvPr/>
          </p:nvSpPr>
          <p:spPr>
            <a:xfrm rot="12667022">
              <a:off x="778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Zylinder 155">
              <a:extLst>
                <a:ext uri="{FF2B5EF4-FFF2-40B4-BE49-F238E27FC236}">
                  <a16:creationId xmlns:a16="http://schemas.microsoft.com/office/drawing/2014/main" id="{E8B7412A-88BA-8238-8D02-F1F66C85D694}"/>
                </a:ext>
              </a:extLst>
            </p:cNvPr>
            <p:cNvSpPr/>
            <p:nvPr/>
          </p:nvSpPr>
          <p:spPr>
            <a:xfrm rot="12667022">
              <a:off x="3757140" y="483098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Zylinder 156">
              <a:extLst>
                <a:ext uri="{FF2B5EF4-FFF2-40B4-BE49-F238E27FC236}">
                  <a16:creationId xmlns:a16="http://schemas.microsoft.com/office/drawing/2014/main" id="{AA70C562-27FC-5954-CA30-A0F6C1142AE8}"/>
                </a:ext>
              </a:extLst>
            </p:cNvPr>
            <p:cNvSpPr/>
            <p:nvPr/>
          </p:nvSpPr>
          <p:spPr>
            <a:xfrm rot="12667022">
              <a:off x="426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Zylinder 157">
              <a:extLst>
                <a:ext uri="{FF2B5EF4-FFF2-40B4-BE49-F238E27FC236}">
                  <a16:creationId xmlns:a16="http://schemas.microsoft.com/office/drawing/2014/main" id="{13A9893A-7A6B-489B-1515-874D4327630F}"/>
                </a:ext>
              </a:extLst>
            </p:cNvPr>
            <p:cNvSpPr/>
            <p:nvPr/>
          </p:nvSpPr>
          <p:spPr>
            <a:xfrm rot="12667022">
              <a:off x="476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Zylinder 159">
              <a:extLst>
                <a:ext uri="{FF2B5EF4-FFF2-40B4-BE49-F238E27FC236}">
                  <a16:creationId xmlns:a16="http://schemas.microsoft.com/office/drawing/2014/main" id="{5523359D-F0CE-CDDB-996D-CCC32AC99D6C}"/>
                </a:ext>
              </a:extLst>
            </p:cNvPr>
            <p:cNvSpPr/>
            <p:nvPr/>
          </p:nvSpPr>
          <p:spPr>
            <a:xfrm rot="12667022">
              <a:off x="829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Ellipse 164">
              <a:extLst>
                <a:ext uri="{FF2B5EF4-FFF2-40B4-BE49-F238E27FC236}">
                  <a16:creationId xmlns:a16="http://schemas.microsoft.com/office/drawing/2014/main" id="{3F80904C-C7B8-21D4-CB8F-DBD3E9425481}"/>
                </a:ext>
              </a:extLst>
            </p:cNvPr>
            <p:cNvSpPr/>
            <p:nvPr/>
          </p:nvSpPr>
          <p:spPr>
            <a:xfrm>
              <a:off x="5898826" y="606263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Ellipse 165">
              <a:extLst>
                <a:ext uri="{FF2B5EF4-FFF2-40B4-BE49-F238E27FC236}">
                  <a16:creationId xmlns:a16="http://schemas.microsoft.com/office/drawing/2014/main" id="{4058FC9F-20EF-6893-9BF6-9E472E8634D4}"/>
                </a:ext>
              </a:extLst>
            </p:cNvPr>
            <p:cNvSpPr/>
            <p:nvPr/>
          </p:nvSpPr>
          <p:spPr>
            <a:xfrm>
              <a:off x="5898826" y="576872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Ellipse 166">
              <a:extLst>
                <a:ext uri="{FF2B5EF4-FFF2-40B4-BE49-F238E27FC236}">
                  <a16:creationId xmlns:a16="http://schemas.microsoft.com/office/drawing/2014/main" id="{02B7433E-3096-C848-870B-5B64FE1F50DE}"/>
                </a:ext>
              </a:extLst>
            </p:cNvPr>
            <p:cNvSpPr/>
            <p:nvPr/>
          </p:nvSpPr>
          <p:spPr>
            <a:xfrm>
              <a:off x="5891135" y="547716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Ellipse 167">
              <a:extLst>
                <a:ext uri="{FF2B5EF4-FFF2-40B4-BE49-F238E27FC236}">
                  <a16:creationId xmlns:a16="http://schemas.microsoft.com/office/drawing/2014/main" id="{BA774944-4F95-4185-096A-D46335416D64}"/>
                </a:ext>
              </a:extLst>
            </p:cNvPr>
            <p:cNvSpPr/>
            <p:nvPr/>
          </p:nvSpPr>
          <p:spPr>
            <a:xfrm>
              <a:off x="5891135" y="51832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Ellipse 168">
              <a:extLst>
                <a:ext uri="{FF2B5EF4-FFF2-40B4-BE49-F238E27FC236}">
                  <a16:creationId xmlns:a16="http://schemas.microsoft.com/office/drawing/2014/main" id="{FF4CCEC3-963B-2DEB-10A8-79F336B8B6CC}"/>
                </a:ext>
              </a:extLst>
            </p:cNvPr>
            <p:cNvSpPr/>
            <p:nvPr/>
          </p:nvSpPr>
          <p:spPr>
            <a:xfrm>
              <a:off x="5413310" y="635651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Ellipse 169">
              <a:extLst>
                <a:ext uri="{FF2B5EF4-FFF2-40B4-BE49-F238E27FC236}">
                  <a16:creationId xmlns:a16="http://schemas.microsoft.com/office/drawing/2014/main" id="{41686746-6AA1-18AD-F211-B21C826AB928}"/>
                </a:ext>
              </a:extLst>
            </p:cNvPr>
            <p:cNvSpPr/>
            <p:nvPr/>
          </p:nvSpPr>
          <p:spPr>
            <a:xfrm>
              <a:off x="5405619" y="60649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Ellipse 170">
              <a:extLst>
                <a:ext uri="{FF2B5EF4-FFF2-40B4-BE49-F238E27FC236}">
                  <a16:creationId xmlns:a16="http://schemas.microsoft.com/office/drawing/2014/main" id="{B5272EB0-602C-259D-813D-C4C0CD49FD60}"/>
                </a:ext>
              </a:extLst>
            </p:cNvPr>
            <p:cNvSpPr/>
            <p:nvPr/>
          </p:nvSpPr>
          <p:spPr>
            <a:xfrm>
              <a:off x="5405619" y="577104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Ellipse 171">
              <a:extLst>
                <a:ext uri="{FF2B5EF4-FFF2-40B4-BE49-F238E27FC236}">
                  <a16:creationId xmlns:a16="http://schemas.microsoft.com/office/drawing/2014/main" id="{E26496E4-3072-5C12-B7C7-8C2DA180F840}"/>
                </a:ext>
              </a:extLst>
            </p:cNvPr>
            <p:cNvSpPr/>
            <p:nvPr/>
          </p:nvSpPr>
          <p:spPr>
            <a:xfrm>
              <a:off x="6367545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Ellipse 172">
              <a:extLst>
                <a:ext uri="{FF2B5EF4-FFF2-40B4-BE49-F238E27FC236}">
                  <a16:creationId xmlns:a16="http://schemas.microsoft.com/office/drawing/2014/main" id="{C8E0A02D-DCB5-9C21-2DCC-26A2245D8055}"/>
                </a:ext>
              </a:extLst>
            </p:cNvPr>
            <p:cNvSpPr/>
            <p:nvPr/>
          </p:nvSpPr>
          <p:spPr>
            <a:xfrm>
              <a:off x="6359854" y="60355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Ellipse 173">
              <a:extLst>
                <a:ext uri="{FF2B5EF4-FFF2-40B4-BE49-F238E27FC236}">
                  <a16:creationId xmlns:a16="http://schemas.microsoft.com/office/drawing/2014/main" id="{E09E44AA-7D83-7B11-832F-FF7F7A695E55}"/>
                </a:ext>
              </a:extLst>
            </p:cNvPr>
            <p:cNvSpPr/>
            <p:nvPr/>
          </p:nvSpPr>
          <p:spPr>
            <a:xfrm>
              <a:off x="6359854" y="574159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Ellipse 174">
              <a:extLst>
                <a:ext uri="{FF2B5EF4-FFF2-40B4-BE49-F238E27FC236}">
                  <a16:creationId xmlns:a16="http://schemas.microsoft.com/office/drawing/2014/main" id="{6F69F14B-1AF0-2B54-2F45-02C29807DD7A}"/>
                </a:ext>
              </a:extLst>
            </p:cNvPr>
            <p:cNvSpPr/>
            <p:nvPr/>
          </p:nvSpPr>
          <p:spPr>
            <a:xfrm>
              <a:off x="6358319" y="54438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Ellipse 175">
              <a:extLst>
                <a:ext uri="{FF2B5EF4-FFF2-40B4-BE49-F238E27FC236}">
                  <a16:creationId xmlns:a16="http://schemas.microsoft.com/office/drawing/2014/main" id="{931A15B5-59A5-7EED-44D9-A984C952F418}"/>
                </a:ext>
              </a:extLst>
            </p:cNvPr>
            <p:cNvSpPr/>
            <p:nvPr/>
          </p:nvSpPr>
          <p:spPr>
            <a:xfrm>
              <a:off x="6857541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Ellipse 176">
              <a:extLst>
                <a:ext uri="{FF2B5EF4-FFF2-40B4-BE49-F238E27FC236}">
                  <a16:creationId xmlns:a16="http://schemas.microsoft.com/office/drawing/2014/main" id="{01644528-352B-2A69-E304-5D04C7EB88D5}"/>
                </a:ext>
              </a:extLst>
            </p:cNvPr>
            <p:cNvSpPr/>
            <p:nvPr/>
          </p:nvSpPr>
          <p:spPr>
            <a:xfrm>
              <a:off x="6856006" y="60403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Ellipse 177">
              <a:extLst>
                <a:ext uri="{FF2B5EF4-FFF2-40B4-BE49-F238E27FC236}">
                  <a16:creationId xmlns:a16="http://schemas.microsoft.com/office/drawing/2014/main" id="{1373C5A7-6A64-39E2-F943-B331812F76E8}"/>
                </a:ext>
              </a:extLst>
            </p:cNvPr>
            <p:cNvSpPr/>
            <p:nvPr/>
          </p:nvSpPr>
          <p:spPr>
            <a:xfrm>
              <a:off x="4892463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Ellipse 178">
              <a:extLst>
                <a:ext uri="{FF2B5EF4-FFF2-40B4-BE49-F238E27FC236}">
                  <a16:creationId xmlns:a16="http://schemas.microsoft.com/office/drawing/2014/main" id="{0E4CAB41-0023-D909-9811-D441C0AF8EE4}"/>
                </a:ext>
              </a:extLst>
            </p:cNvPr>
            <p:cNvSpPr/>
            <p:nvPr/>
          </p:nvSpPr>
          <p:spPr>
            <a:xfrm>
              <a:off x="4890871" y="60437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Ellipse 179">
              <a:extLst>
                <a:ext uri="{FF2B5EF4-FFF2-40B4-BE49-F238E27FC236}">
                  <a16:creationId xmlns:a16="http://schemas.microsoft.com/office/drawing/2014/main" id="{98763ED6-7D16-5448-384F-56FC26B8729F}"/>
                </a:ext>
              </a:extLst>
            </p:cNvPr>
            <p:cNvSpPr/>
            <p:nvPr/>
          </p:nvSpPr>
          <p:spPr>
            <a:xfrm>
              <a:off x="6856006" y="57507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Ellipse 180">
              <a:extLst>
                <a:ext uri="{FF2B5EF4-FFF2-40B4-BE49-F238E27FC236}">
                  <a16:creationId xmlns:a16="http://schemas.microsoft.com/office/drawing/2014/main" id="{ADD0563A-4315-1519-23D3-DD388502C3AD}"/>
                </a:ext>
              </a:extLst>
            </p:cNvPr>
            <p:cNvSpPr/>
            <p:nvPr/>
          </p:nvSpPr>
          <p:spPr>
            <a:xfrm>
              <a:off x="4393558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Ellipse 181">
              <a:extLst>
                <a:ext uri="{FF2B5EF4-FFF2-40B4-BE49-F238E27FC236}">
                  <a16:creationId xmlns:a16="http://schemas.microsoft.com/office/drawing/2014/main" id="{1A13EC59-054C-7E67-A98A-FB564CA0591A}"/>
                </a:ext>
              </a:extLst>
            </p:cNvPr>
            <p:cNvSpPr/>
            <p:nvPr/>
          </p:nvSpPr>
          <p:spPr>
            <a:xfrm>
              <a:off x="7366274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Ellipse 182">
              <a:extLst>
                <a:ext uri="{FF2B5EF4-FFF2-40B4-BE49-F238E27FC236}">
                  <a16:creationId xmlns:a16="http://schemas.microsoft.com/office/drawing/2014/main" id="{7AE9CD85-B802-4DC8-0A9B-12A2C364307F}"/>
                </a:ext>
              </a:extLst>
            </p:cNvPr>
            <p:cNvSpPr/>
            <p:nvPr/>
          </p:nvSpPr>
          <p:spPr>
            <a:xfrm>
              <a:off x="7865022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Ellipse 187">
              <a:extLst>
                <a:ext uri="{FF2B5EF4-FFF2-40B4-BE49-F238E27FC236}">
                  <a16:creationId xmlns:a16="http://schemas.microsoft.com/office/drawing/2014/main" id="{BD86D786-FB6D-F5E1-E93A-AC6C04E03CFE}"/>
                </a:ext>
              </a:extLst>
            </p:cNvPr>
            <p:cNvSpPr/>
            <p:nvPr/>
          </p:nvSpPr>
          <p:spPr>
            <a:xfrm>
              <a:off x="5698932" y="7757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Ellipse 188">
              <a:extLst>
                <a:ext uri="{FF2B5EF4-FFF2-40B4-BE49-F238E27FC236}">
                  <a16:creationId xmlns:a16="http://schemas.microsoft.com/office/drawing/2014/main" id="{2AF915AD-974A-56EA-5ECB-6DA4545D791B}"/>
                </a:ext>
              </a:extLst>
            </p:cNvPr>
            <p:cNvSpPr/>
            <p:nvPr/>
          </p:nvSpPr>
          <p:spPr>
            <a:xfrm>
              <a:off x="5673057" y="121228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Ellipse 189">
              <a:extLst>
                <a:ext uri="{FF2B5EF4-FFF2-40B4-BE49-F238E27FC236}">
                  <a16:creationId xmlns:a16="http://schemas.microsoft.com/office/drawing/2014/main" id="{9B95E2D9-1D3C-C638-EDD2-9E1DB2497B62}"/>
                </a:ext>
              </a:extLst>
            </p:cNvPr>
            <p:cNvSpPr/>
            <p:nvPr/>
          </p:nvSpPr>
          <p:spPr>
            <a:xfrm>
              <a:off x="6267909" y="123255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Ellipse 190">
              <a:extLst>
                <a:ext uri="{FF2B5EF4-FFF2-40B4-BE49-F238E27FC236}">
                  <a16:creationId xmlns:a16="http://schemas.microsoft.com/office/drawing/2014/main" id="{C3C4C731-D94C-192A-2099-9B8F9BFD67EE}"/>
                </a:ext>
              </a:extLst>
            </p:cNvPr>
            <p:cNvSpPr/>
            <p:nvPr/>
          </p:nvSpPr>
          <p:spPr>
            <a:xfrm>
              <a:off x="5978836" y="12393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Ellipse 191">
              <a:extLst>
                <a:ext uri="{FF2B5EF4-FFF2-40B4-BE49-F238E27FC236}">
                  <a16:creationId xmlns:a16="http://schemas.microsoft.com/office/drawing/2014/main" id="{059EF32F-0FA7-5311-93CD-5CA817FD0372}"/>
                </a:ext>
              </a:extLst>
            </p:cNvPr>
            <p:cNvSpPr/>
            <p:nvPr/>
          </p:nvSpPr>
          <p:spPr>
            <a:xfrm>
              <a:off x="6016599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Ellipse 192">
              <a:extLst>
                <a:ext uri="{FF2B5EF4-FFF2-40B4-BE49-F238E27FC236}">
                  <a16:creationId xmlns:a16="http://schemas.microsoft.com/office/drawing/2014/main" id="{E587E67E-FB3C-CD39-9392-889986E6E8DA}"/>
                </a:ext>
              </a:extLst>
            </p:cNvPr>
            <p:cNvSpPr/>
            <p:nvPr/>
          </p:nvSpPr>
          <p:spPr>
            <a:xfrm>
              <a:off x="6160658" y="96101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Ellipse 193">
              <a:extLst>
                <a:ext uri="{FF2B5EF4-FFF2-40B4-BE49-F238E27FC236}">
                  <a16:creationId xmlns:a16="http://schemas.microsoft.com/office/drawing/2014/main" id="{F92A9764-4FDE-266F-E8EA-5917C7F010B9}"/>
                </a:ext>
              </a:extLst>
            </p:cNvPr>
            <p:cNvSpPr/>
            <p:nvPr/>
          </p:nvSpPr>
          <p:spPr>
            <a:xfrm>
              <a:off x="5533396" y="9549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Ellipse 194">
              <a:extLst>
                <a:ext uri="{FF2B5EF4-FFF2-40B4-BE49-F238E27FC236}">
                  <a16:creationId xmlns:a16="http://schemas.microsoft.com/office/drawing/2014/main" id="{5F616B43-9642-54AC-4785-45BB1401F686}"/>
                </a:ext>
              </a:extLst>
            </p:cNvPr>
            <p:cNvSpPr/>
            <p:nvPr/>
          </p:nvSpPr>
          <p:spPr>
            <a:xfrm>
              <a:off x="6336770" y="74303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Ellipse 195">
              <a:extLst>
                <a:ext uri="{FF2B5EF4-FFF2-40B4-BE49-F238E27FC236}">
                  <a16:creationId xmlns:a16="http://schemas.microsoft.com/office/drawing/2014/main" id="{4EBF4C26-5CD7-493D-25C5-8A06F8F94D7C}"/>
                </a:ext>
              </a:extLst>
            </p:cNvPr>
            <p:cNvSpPr/>
            <p:nvPr/>
          </p:nvSpPr>
          <p:spPr>
            <a:xfrm>
              <a:off x="5852458" y="97378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96">
              <a:extLst>
                <a:ext uri="{FF2B5EF4-FFF2-40B4-BE49-F238E27FC236}">
                  <a16:creationId xmlns:a16="http://schemas.microsoft.com/office/drawing/2014/main" id="{DA004237-1D47-207C-3C57-BF05CE7FFADD}"/>
                </a:ext>
              </a:extLst>
            </p:cNvPr>
            <p:cNvSpPr/>
            <p:nvPr/>
          </p:nvSpPr>
          <p:spPr>
            <a:xfrm>
              <a:off x="6616570" y="6827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97">
              <a:extLst>
                <a:ext uri="{FF2B5EF4-FFF2-40B4-BE49-F238E27FC236}">
                  <a16:creationId xmlns:a16="http://schemas.microsoft.com/office/drawing/2014/main" id="{CD53F1F5-3D35-49C9-2496-D897B02CA109}"/>
                </a:ext>
              </a:extLst>
            </p:cNvPr>
            <p:cNvSpPr/>
            <p:nvPr/>
          </p:nvSpPr>
          <p:spPr>
            <a:xfrm>
              <a:off x="6462039" y="97446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98">
              <a:extLst>
                <a:ext uri="{FF2B5EF4-FFF2-40B4-BE49-F238E27FC236}">
                  <a16:creationId xmlns:a16="http://schemas.microsoft.com/office/drawing/2014/main" id="{12BBB4D9-9D7E-4DF5-3DCA-B41A58486BBE}"/>
                </a:ext>
              </a:extLst>
            </p:cNvPr>
            <p:cNvSpPr/>
            <p:nvPr/>
          </p:nvSpPr>
          <p:spPr>
            <a:xfrm>
              <a:off x="5363365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99">
              <a:extLst>
                <a:ext uri="{FF2B5EF4-FFF2-40B4-BE49-F238E27FC236}">
                  <a16:creationId xmlns:a16="http://schemas.microsoft.com/office/drawing/2014/main" id="{DFD83BE6-E840-B8A6-6E2F-9D3A35079A13}"/>
                </a:ext>
              </a:extLst>
            </p:cNvPr>
            <p:cNvSpPr/>
            <p:nvPr/>
          </p:nvSpPr>
          <p:spPr>
            <a:xfrm>
              <a:off x="6125791" y="282840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200">
              <a:extLst>
                <a:ext uri="{FF2B5EF4-FFF2-40B4-BE49-F238E27FC236}">
                  <a16:creationId xmlns:a16="http://schemas.microsoft.com/office/drawing/2014/main" id="{7DFB0B9A-3556-63AC-A8B1-C5F7692D69D0}"/>
                </a:ext>
              </a:extLst>
            </p:cNvPr>
            <p:cNvSpPr/>
            <p:nvPr/>
          </p:nvSpPr>
          <p:spPr>
            <a:xfrm>
              <a:off x="5918990" y="15743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Ellipse 201">
              <a:extLst>
                <a:ext uri="{FF2B5EF4-FFF2-40B4-BE49-F238E27FC236}">
                  <a16:creationId xmlns:a16="http://schemas.microsoft.com/office/drawing/2014/main" id="{17F45DEE-8ABD-505F-7863-769F75402D5F}"/>
                </a:ext>
              </a:extLst>
            </p:cNvPr>
            <p:cNvSpPr/>
            <p:nvPr/>
          </p:nvSpPr>
          <p:spPr>
            <a:xfrm>
              <a:off x="5216760" y="4319566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Ellipse 203">
              <a:extLst>
                <a:ext uri="{FF2B5EF4-FFF2-40B4-BE49-F238E27FC236}">
                  <a16:creationId xmlns:a16="http://schemas.microsoft.com/office/drawing/2014/main" id="{99D1DB29-E398-F127-6A41-A9B5BE3F8BC3}"/>
                </a:ext>
              </a:extLst>
            </p:cNvPr>
            <p:cNvSpPr/>
            <p:nvPr/>
          </p:nvSpPr>
          <p:spPr>
            <a:xfrm>
              <a:off x="5587040" y="5060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Ellipse 204">
              <a:extLst>
                <a:ext uri="{FF2B5EF4-FFF2-40B4-BE49-F238E27FC236}">
                  <a16:creationId xmlns:a16="http://schemas.microsoft.com/office/drawing/2014/main" id="{524A90B2-2C6E-9476-6B5B-43A3A488E0DA}"/>
                </a:ext>
              </a:extLst>
            </p:cNvPr>
            <p:cNvSpPr/>
            <p:nvPr/>
          </p:nvSpPr>
          <p:spPr>
            <a:xfrm>
              <a:off x="5875689" y="46159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Ellipse 205">
              <a:extLst>
                <a:ext uri="{FF2B5EF4-FFF2-40B4-BE49-F238E27FC236}">
                  <a16:creationId xmlns:a16="http://schemas.microsoft.com/office/drawing/2014/main" id="{4D6A0642-EBAA-3FA4-4CD9-27D94AC98B4E}"/>
                </a:ext>
              </a:extLst>
            </p:cNvPr>
            <p:cNvSpPr/>
            <p:nvPr/>
          </p:nvSpPr>
          <p:spPr>
            <a:xfrm>
              <a:off x="6192736" y="48731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Rechteck 219">
              <a:extLst>
                <a:ext uri="{FF2B5EF4-FFF2-40B4-BE49-F238E27FC236}">
                  <a16:creationId xmlns:a16="http://schemas.microsoft.com/office/drawing/2014/main" id="{4F496E94-81A1-6B6D-0CCC-89ADA64C563F}"/>
                </a:ext>
              </a:extLst>
            </p:cNvPr>
            <p:cNvSpPr/>
            <p:nvPr/>
          </p:nvSpPr>
          <p:spPr>
            <a:xfrm>
              <a:off x="3651395" y="4958917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Rechteck 223">
              <a:extLst>
                <a:ext uri="{FF2B5EF4-FFF2-40B4-BE49-F238E27FC236}">
                  <a16:creationId xmlns:a16="http://schemas.microsoft.com/office/drawing/2014/main" id="{BA88A3E7-CCEA-E272-AF0C-218564B40CA4}"/>
                </a:ext>
              </a:extLst>
            </p:cNvPr>
            <p:cNvSpPr/>
            <p:nvPr/>
          </p:nvSpPr>
          <p:spPr>
            <a:xfrm>
              <a:off x="4143978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Rechteck 224">
              <a:extLst>
                <a:ext uri="{FF2B5EF4-FFF2-40B4-BE49-F238E27FC236}">
                  <a16:creationId xmlns:a16="http://schemas.microsoft.com/office/drawing/2014/main" id="{709F49D6-4069-6F4B-900A-9F5B80254D13}"/>
                </a:ext>
              </a:extLst>
            </p:cNvPr>
            <p:cNvSpPr/>
            <p:nvPr/>
          </p:nvSpPr>
          <p:spPr>
            <a:xfrm>
              <a:off x="4656960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Rechteck 225">
              <a:extLst>
                <a:ext uri="{FF2B5EF4-FFF2-40B4-BE49-F238E27FC236}">
                  <a16:creationId xmlns:a16="http://schemas.microsoft.com/office/drawing/2014/main" id="{471BB543-6B6A-EE98-9C5A-D86D232487D5}"/>
                </a:ext>
              </a:extLst>
            </p:cNvPr>
            <p:cNvSpPr/>
            <p:nvPr/>
          </p:nvSpPr>
          <p:spPr>
            <a:xfrm>
              <a:off x="5155173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Rechteck 226">
              <a:extLst>
                <a:ext uri="{FF2B5EF4-FFF2-40B4-BE49-F238E27FC236}">
                  <a16:creationId xmlns:a16="http://schemas.microsoft.com/office/drawing/2014/main" id="{6B585D33-D6D6-5B79-B987-AC10F97BA3B2}"/>
                </a:ext>
              </a:extLst>
            </p:cNvPr>
            <p:cNvSpPr/>
            <p:nvPr/>
          </p:nvSpPr>
          <p:spPr>
            <a:xfrm>
              <a:off x="8191762" y="495090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Rechteck 230">
              <a:extLst>
                <a:ext uri="{FF2B5EF4-FFF2-40B4-BE49-F238E27FC236}">
                  <a16:creationId xmlns:a16="http://schemas.microsoft.com/office/drawing/2014/main" id="{951F9DBE-8335-C98F-0761-9B7C77BD5D8E}"/>
                </a:ext>
              </a:extLst>
            </p:cNvPr>
            <p:cNvSpPr/>
            <p:nvPr/>
          </p:nvSpPr>
          <p:spPr>
            <a:xfrm>
              <a:off x="5673119" y="4959355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Rechteck 231">
              <a:extLst>
                <a:ext uri="{FF2B5EF4-FFF2-40B4-BE49-F238E27FC236}">
                  <a16:creationId xmlns:a16="http://schemas.microsoft.com/office/drawing/2014/main" id="{3583E9F5-F3C4-EF80-0B13-9054C201368B}"/>
                </a:ext>
              </a:extLst>
            </p:cNvPr>
            <p:cNvSpPr/>
            <p:nvPr/>
          </p:nvSpPr>
          <p:spPr>
            <a:xfrm>
              <a:off x="6171332" y="4953056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Rechteck 232">
              <a:extLst>
                <a:ext uri="{FF2B5EF4-FFF2-40B4-BE49-F238E27FC236}">
                  <a16:creationId xmlns:a16="http://schemas.microsoft.com/office/drawing/2014/main" id="{C97BF4B5-DF8A-0555-4E4A-40D79DDEA460}"/>
                </a:ext>
              </a:extLst>
            </p:cNvPr>
            <p:cNvSpPr/>
            <p:nvPr/>
          </p:nvSpPr>
          <p:spPr>
            <a:xfrm>
              <a:off x="6668091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Rechteck 233">
              <a:extLst>
                <a:ext uri="{FF2B5EF4-FFF2-40B4-BE49-F238E27FC236}">
                  <a16:creationId xmlns:a16="http://schemas.microsoft.com/office/drawing/2014/main" id="{C296B33B-BD39-A8A7-3D5D-08EFD61ADF15}"/>
                </a:ext>
              </a:extLst>
            </p:cNvPr>
            <p:cNvSpPr/>
            <p:nvPr/>
          </p:nvSpPr>
          <p:spPr>
            <a:xfrm>
              <a:off x="7166304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Rechteck 234">
              <a:extLst>
                <a:ext uri="{FF2B5EF4-FFF2-40B4-BE49-F238E27FC236}">
                  <a16:creationId xmlns:a16="http://schemas.microsoft.com/office/drawing/2014/main" id="{34D6506F-9306-1D7A-4091-0AC73ED89775}"/>
                </a:ext>
              </a:extLst>
            </p:cNvPr>
            <p:cNvSpPr/>
            <p:nvPr/>
          </p:nvSpPr>
          <p:spPr>
            <a:xfrm>
              <a:off x="7686255" y="495322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Ellipse 235">
              <a:extLst>
                <a:ext uri="{FF2B5EF4-FFF2-40B4-BE49-F238E27FC236}">
                  <a16:creationId xmlns:a16="http://schemas.microsoft.com/office/drawing/2014/main" id="{455C7C11-2567-0996-2078-478320BBF989}"/>
                </a:ext>
              </a:extLst>
            </p:cNvPr>
            <p:cNvSpPr/>
            <p:nvPr/>
          </p:nvSpPr>
          <p:spPr>
            <a:xfrm>
              <a:off x="5181293" y="48578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5" name="Bogen 74">
            <a:extLst>
              <a:ext uri="{FF2B5EF4-FFF2-40B4-BE49-F238E27FC236}">
                <a16:creationId xmlns:a16="http://schemas.microsoft.com/office/drawing/2014/main" id="{8F2AA510-3CF6-116E-86AA-EE3B8C09D9E5}"/>
              </a:ext>
            </a:extLst>
          </p:cNvPr>
          <p:cNvSpPr/>
          <p:nvPr/>
        </p:nvSpPr>
        <p:spPr>
          <a:xfrm rot="3723559" flipV="1">
            <a:off x="-121466" y="1328234"/>
            <a:ext cx="7053943" cy="1976837"/>
          </a:xfrm>
          <a:prstGeom prst="arc">
            <a:avLst>
              <a:gd name="adj1" fmla="val 12481039"/>
              <a:gd name="adj2" fmla="val 21285477"/>
            </a:avLst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599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ED935C77-6F90-FE79-26E2-EDDFDD0BD909}"/>
              </a:ext>
            </a:extLst>
          </p:cNvPr>
          <p:cNvGrpSpPr/>
          <p:nvPr/>
        </p:nvGrpSpPr>
        <p:grpSpPr>
          <a:xfrm>
            <a:off x="3805275" y="525010"/>
            <a:ext cx="4900175" cy="5946586"/>
            <a:chOff x="3192781" y="154578"/>
            <a:chExt cx="5638800" cy="6842940"/>
          </a:xfrm>
        </p:grpSpPr>
        <p:sp>
          <p:nvSpPr>
            <p:cNvPr id="90" name="Rechteck 130">
              <a:extLst>
                <a:ext uri="{FF2B5EF4-FFF2-40B4-BE49-F238E27FC236}">
                  <a16:creationId xmlns:a16="http://schemas.microsoft.com/office/drawing/2014/main" id="{5F55184F-B21B-58DC-2D1A-E97828AD4699}"/>
                </a:ext>
              </a:extLst>
            </p:cNvPr>
            <p:cNvSpPr/>
            <p:nvPr/>
          </p:nvSpPr>
          <p:spPr>
            <a:xfrm>
              <a:off x="3192781" y="154578"/>
              <a:ext cx="5638800" cy="6565856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  <a:scene3d>
              <a:camera prst="obliqueTopRight"/>
              <a:lightRig rig="soft" dir="t">
                <a:rot lat="0" lon="0" rev="600000"/>
              </a:lightRig>
            </a:scene3d>
            <a:sp3d>
              <a:bevelT w="165100" h="1016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Zylinder 4">
              <a:extLst>
                <a:ext uri="{FF2B5EF4-FFF2-40B4-BE49-F238E27FC236}">
                  <a16:creationId xmlns:a16="http://schemas.microsoft.com/office/drawing/2014/main" id="{E373ED40-71B5-2361-178E-C14A6A9D6254}"/>
                </a:ext>
              </a:extLst>
            </p:cNvPr>
            <p:cNvSpPr/>
            <p:nvPr/>
          </p:nvSpPr>
          <p:spPr>
            <a:xfrm rot="12667022">
              <a:off x="5532935" y="18619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Zylinder 5">
              <a:extLst>
                <a:ext uri="{FF2B5EF4-FFF2-40B4-BE49-F238E27FC236}">
                  <a16:creationId xmlns:a16="http://schemas.microsoft.com/office/drawing/2014/main" id="{184FA207-E2D4-5B64-2637-BC3E42EE36DD}"/>
                </a:ext>
              </a:extLst>
            </p:cNvPr>
            <p:cNvSpPr/>
            <p:nvPr/>
          </p:nvSpPr>
          <p:spPr>
            <a:xfrm rot="12667022">
              <a:off x="6025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Zylinder 6">
              <a:extLst>
                <a:ext uri="{FF2B5EF4-FFF2-40B4-BE49-F238E27FC236}">
                  <a16:creationId xmlns:a16="http://schemas.microsoft.com/office/drawing/2014/main" id="{B1E88D78-C22C-E97C-23B1-146EB537490D}"/>
                </a:ext>
              </a:extLst>
            </p:cNvPr>
            <p:cNvSpPr/>
            <p:nvPr/>
          </p:nvSpPr>
          <p:spPr>
            <a:xfrm rot="12667022">
              <a:off x="6529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Zylinder 15">
              <a:extLst>
                <a:ext uri="{FF2B5EF4-FFF2-40B4-BE49-F238E27FC236}">
                  <a16:creationId xmlns:a16="http://schemas.microsoft.com/office/drawing/2014/main" id="{A9F4B777-078A-13D1-EBA5-71D3414BB03C}"/>
                </a:ext>
              </a:extLst>
            </p:cNvPr>
            <p:cNvSpPr/>
            <p:nvPr/>
          </p:nvSpPr>
          <p:spPr>
            <a:xfrm rot="12667022">
              <a:off x="5269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Zylinder 16">
              <a:extLst>
                <a:ext uri="{FF2B5EF4-FFF2-40B4-BE49-F238E27FC236}">
                  <a16:creationId xmlns:a16="http://schemas.microsoft.com/office/drawing/2014/main" id="{D7E2C3DA-5D4D-5B2E-8E38-8FC38316FD86}"/>
                </a:ext>
              </a:extLst>
            </p:cNvPr>
            <p:cNvSpPr/>
            <p:nvPr/>
          </p:nvSpPr>
          <p:spPr>
            <a:xfrm rot="12667022">
              <a:off x="5773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6" name="Zylinder 17">
              <a:extLst>
                <a:ext uri="{FF2B5EF4-FFF2-40B4-BE49-F238E27FC236}">
                  <a16:creationId xmlns:a16="http://schemas.microsoft.com/office/drawing/2014/main" id="{6DBCEC87-AB71-9D26-601E-D6685E4686BB}"/>
                </a:ext>
              </a:extLst>
            </p:cNvPr>
            <p:cNvSpPr/>
            <p:nvPr/>
          </p:nvSpPr>
          <p:spPr>
            <a:xfrm rot="12667022">
              <a:off x="6277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Zylinder 18">
              <a:extLst>
                <a:ext uri="{FF2B5EF4-FFF2-40B4-BE49-F238E27FC236}">
                  <a16:creationId xmlns:a16="http://schemas.microsoft.com/office/drawing/2014/main" id="{779E62C0-D747-DEB0-3E57-5F281F38E4A2}"/>
                </a:ext>
              </a:extLst>
            </p:cNvPr>
            <p:cNvSpPr/>
            <p:nvPr/>
          </p:nvSpPr>
          <p:spPr>
            <a:xfrm rot="12667022">
              <a:off x="6781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Zylinder 25">
              <a:extLst>
                <a:ext uri="{FF2B5EF4-FFF2-40B4-BE49-F238E27FC236}">
                  <a16:creationId xmlns:a16="http://schemas.microsoft.com/office/drawing/2014/main" id="{9D08D80C-7093-8150-D82B-AA607A2B2C09}"/>
                </a:ext>
              </a:extLst>
            </p:cNvPr>
            <p:cNvSpPr/>
            <p:nvPr/>
          </p:nvSpPr>
          <p:spPr>
            <a:xfrm rot="12667022">
              <a:off x="5521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Zylinder 26">
              <a:extLst>
                <a:ext uri="{FF2B5EF4-FFF2-40B4-BE49-F238E27FC236}">
                  <a16:creationId xmlns:a16="http://schemas.microsoft.com/office/drawing/2014/main" id="{9DF1C531-21EC-C121-8543-0F72F98C42E7}"/>
                </a:ext>
              </a:extLst>
            </p:cNvPr>
            <p:cNvSpPr/>
            <p:nvPr/>
          </p:nvSpPr>
          <p:spPr>
            <a:xfrm rot="12667022">
              <a:off x="6025045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Zylinder 27">
              <a:extLst>
                <a:ext uri="{FF2B5EF4-FFF2-40B4-BE49-F238E27FC236}">
                  <a16:creationId xmlns:a16="http://schemas.microsoft.com/office/drawing/2014/main" id="{C93739D7-7581-C306-1AC1-876220FA71A8}"/>
                </a:ext>
              </a:extLst>
            </p:cNvPr>
            <p:cNvSpPr/>
            <p:nvPr/>
          </p:nvSpPr>
          <p:spPr>
            <a:xfrm rot="12667022">
              <a:off x="6529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Zylinder 28">
              <a:extLst>
                <a:ext uri="{FF2B5EF4-FFF2-40B4-BE49-F238E27FC236}">
                  <a16:creationId xmlns:a16="http://schemas.microsoft.com/office/drawing/2014/main" id="{AD50B93D-0C30-FC6E-5F78-B6450E5BE3AC}"/>
                </a:ext>
              </a:extLst>
            </p:cNvPr>
            <p:cNvSpPr/>
            <p:nvPr/>
          </p:nvSpPr>
          <p:spPr>
            <a:xfrm rot="12667022">
              <a:off x="6997642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Zylinder 33">
              <a:extLst>
                <a:ext uri="{FF2B5EF4-FFF2-40B4-BE49-F238E27FC236}">
                  <a16:creationId xmlns:a16="http://schemas.microsoft.com/office/drawing/2014/main" id="{712A2A8F-5A7C-3F0C-1018-3D2F328845A2}"/>
                </a:ext>
              </a:extLst>
            </p:cNvPr>
            <p:cNvSpPr/>
            <p:nvPr/>
          </p:nvSpPr>
          <p:spPr>
            <a:xfrm rot="12667022">
              <a:off x="5017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Zylinder 35">
              <a:extLst>
                <a:ext uri="{FF2B5EF4-FFF2-40B4-BE49-F238E27FC236}">
                  <a16:creationId xmlns:a16="http://schemas.microsoft.com/office/drawing/2014/main" id="{71AC4E71-AE63-11CA-79C3-3A251B4EF13B}"/>
                </a:ext>
              </a:extLst>
            </p:cNvPr>
            <p:cNvSpPr/>
            <p:nvPr/>
          </p:nvSpPr>
          <p:spPr>
            <a:xfrm rot="12667022">
              <a:off x="5269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Zylinder 36">
              <a:extLst>
                <a:ext uri="{FF2B5EF4-FFF2-40B4-BE49-F238E27FC236}">
                  <a16:creationId xmlns:a16="http://schemas.microsoft.com/office/drawing/2014/main" id="{3EB3B5AD-47B0-1D79-21CD-003E1C5E0A8A}"/>
                </a:ext>
              </a:extLst>
            </p:cNvPr>
            <p:cNvSpPr/>
            <p:nvPr/>
          </p:nvSpPr>
          <p:spPr>
            <a:xfrm rot="12667022">
              <a:off x="5773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Zylinder 37">
              <a:extLst>
                <a:ext uri="{FF2B5EF4-FFF2-40B4-BE49-F238E27FC236}">
                  <a16:creationId xmlns:a16="http://schemas.microsoft.com/office/drawing/2014/main" id="{11D95014-DDE6-8719-A7AF-2E288CA11DD6}"/>
                </a:ext>
              </a:extLst>
            </p:cNvPr>
            <p:cNvSpPr/>
            <p:nvPr/>
          </p:nvSpPr>
          <p:spPr>
            <a:xfrm rot="12667022">
              <a:off x="6277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Zylinder 38">
              <a:extLst>
                <a:ext uri="{FF2B5EF4-FFF2-40B4-BE49-F238E27FC236}">
                  <a16:creationId xmlns:a16="http://schemas.microsoft.com/office/drawing/2014/main" id="{E8E7B943-1E75-BA17-07A4-F36C073D4E1A}"/>
                </a:ext>
              </a:extLst>
            </p:cNvPr>
            <p:cNvSpPr/>
            <p:nvPr/>
          </p:nvSpPr>
          <p:spPr>
            <a:xfrm rot="12667022">
              <a:off x="6781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Zylinder 39">
              <a:extLst>
                <a:ext uri="{FF2B5EF4-FFF2-40B4-BE49-F238E27FC236}">
                  <a16:creationId xmlns:a16="http://schemas.microsoft.com/office/drawing/2014/main" id="{29EBFD5D-7B5C-5335-1DA5-EC2999F2AB93}"/>
                </a:ext>
              </a:extLst>
            </p:cNvPr>
            <p:cNvSpPr/>
            <p:nvPr/>
          </p:nvSpPr>
          <p:spPr>
            <a:xfrm rot="12667022">
              <a:off x="728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Zylinder 43">
              <a:extLst>
                <a:ext uri="{FF2B5EF4-FFF2-40B4-BE49-F238E27FC236}">
                  <a16:creationId xmlns:a16="http://schemas.microsoft.com/office/drawing/2014/main" id="{205C6F91-3452-423D-5517-DEBE35368FCA}"/>
                </a:ext>
              </a:extLst>
            </p:cNvPr>
            <p:cNvSpPr/>
            <p:nvPr/>
          </p:nvSpPr>
          <p:spPr>
            <a:xfrm rot="12667022">
              <a:off x="476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Zylinder 45">
              <a:extLst>
                <a:ext uri="{FF2B5EF4-FFF2-40B4-BE49-F238E27FC236}">
                  <a16:creationId xmlns:a16="http://schemas.microsoft.com/office/drawing/2014/main" id="{F7A84FD8-0DA4-7F7C-6803-6E01EC805D3F}"/>
                </a:ext>
              </a:extLst>
            </p:cNvPr>
            <p:cNvSpPr/>
            <p:nvPr/>
          </p:nvSpPr>
          <p:spPr>
            <a:xfrm rot="12667022">
              <a:off x="5521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Zylinder 46">
              <a:extLst>
                <a:ext uri="{FF2B5EF4-FFF2-40B4-BE49-F238E27FC236}">
                  <a16:creationId xmlns:a16="http://schemas.microsoft.com/office/drawing/2014/main" id="{31F52960-55F4-5BFE-04B1-9DA94F0C1F5E}"/>
                </a:ext>
              </a:extLst>
            </p:cNvPr>
            <p:cNvSpPr/>
            <p:nvPr/>
          </p:nvSpPr>
          <p:spPr>
            <a:xfrm rot="12667022">
              <a:off x="6025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Zylinder 47">
              <a:extLst>
                <a:ext uri="{FF2B5EF4-FFF2-40B4-BE49-F238E27FC236}">
                  <a16:creationId xmlns:a16="http://schemas.microsoft.com/office/drawing/2014/main" id="{4C73EAD4-F321-1AF8-752A-F35438D2B51C}"/>
                </a:ext>
              </a:extLst>
            </p:cNvPr>
            <p:cNvSpPr/>
            <p:nvPr/>
          </p:nvSpPr>
          <p:spPr>
            <a:xfrm rot="12667022">
              <a:off x="6529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Zylinder 48">
              <a:extLst>
                <a:ext uri="{FF2B5EF4-FFF2-40B4-BE49-F238E27FC236}">
                  <a16:creationId xmlns:a16="http://schemas.microsoft.com/office/drawing/2014/main" id="{FE7CAE09-1A2A-87EB-9AB3-F92C40640B65}"/>
                </a:ext>
              </a:extLst>
            </p:cNvPr>
            <p:cNvSpPr/>
            <p:nvPr/>
          </p:nvSpPr>
          <p:spPr>
            <a:xfrm rot="12667022">
              <a:off x="699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Zylinder 49">
              <a:extLst>
                <a:ext uri="{FF2B5EF4-FFF2-40B4-BE49-F238E27FC236}">
                  <a16:creationId xmlns:a16="http://schemas.microsoft.com/office/drawing/2014/main" id="{B0D35E37-2059-A0D8-CCEE-48D40C5E41D5}"/>
                </a:ext>
              </a:extLst>
            </p:cNvPr>
            <p:cNvSpPr/>
            <p:nvPr/>
          </p:nvSpPr>
          <p:spPr>
            <a:xfrm rot="12667022">
              <a:off x="7456371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Zylinder 52">
              <a:extLst>
                <a:ext uri="{FF2B5EF4-FFF2-40B4-BE49-F238E27FC236}">
                  <a16:creationId xmlns:a16="http://schemas.microsoft.com/office/drawing/2014/main" id="{6FC6CF73-83E7-4D72-5868-A6544AF1CE3C}"/>
                </a:ext>
              </a:extLst>
            </p:cNvPr>
            <p:cNvSpPr/>
            <p:nvPr/>
          </p:nvSpPr>
          <p:spPr>
            <a:xfrm rot="12667022">
              <a:off x="4528762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Zylinder 53">
              <a:extLst>
                <a:ext uri="{FF2B5EF4-FFF2-40B4-BE49-F238E27FC236}">
                  <a16:creationId xmlns:a16="http://schemas.microsoft.com/office/drawing/2014/main" id="{654BCCD0-A47A-D83D-AEA9-A7D7DB385298}"/>
                </a:ext>
              </a:extLst>
            </p:cNvPr>
            <p:cNvSpPr/>
            <p:nvPr/>
          </p:nvSpPr>
          <p:spPr>
            <a:xfrm rot="12667022">
              <a:off x="501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Zylinder 55">
              <a:extLst>
                <a:ext uri="{FF2B5EF4-FFF2-40B4-BE49-F238E27FC236}">
                  <a16:creationId xmlns:a16="http://schemas.microsoft.com/office/drawing/2014/main" id="{A5B53E64-0F24-1088-472E-35452E0A53E1}"/>
                </a:ext>
              </a:extLst>
            </p:cNvPr>
            <p:cNvSpPr/>
            <p:nvPr/>
          </p:nvSpPr>
          <p:spPr>
            <a:xfrm rot="12667022">
              <a:off x="577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Zylinder 56">
              <a:extLst>
                <a:ext uri="{FF2B5EF4-FFF2-40B4-BE49-F238E27FC236}">
                  <a16:creationId xmlns:a16="http://schemas.microsoft.com/office/drawing/2014/main" id="{8A8D84EC-5D46-1E11-8C7E-C8E2B1BEA534}"/>
                </a:ext>
              </a:extLst>
            </p:cNvPr>
            <p:cNvSpPr/>
            <p:nvPr/>
          </p:nvSpPr>
          <p:spPr>
            <a:xfrm rot="12667022">
              <a:off x="6277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Zylinder 57">
              <a:extLst>
                <a:ext uri="{FF2B5EF4-FFF2-40B4-BE49-F238E27FC236}">
                  <a16:creationId xmlns:a16="http://schemas.microsoft.com/office/drawing/2014/main" id="{6E39FD9E-85B3-85EA-1B9F-050A039CD916}"/>
                </a:ext>
              </a:extLst>
            </p:cNvPr>
            <p:cNvSpPr/>
            <p:nvPr/>
          </p:nvSpPr>
          <p:spPr>
            <a:xfrm rot="12667022">
              <a:off x="6781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Zylinder 58">
              <a:extLst>
                <a:ext uri="{FF2B5EF4-FFF2-40B4-BE49-F238E27FC236}">
                  <a16:creationId xmlns:a16="http://schemas.microsoft.com/office/drawing/2014/main" id="{124CE877-877C-19BF-D830-BD1A8BC6B48B}"/>
                </a:ext>
              </a:extLst>
            </p:cNvPr>
            <p:cNvSpPr/>
            <p:nvPr/>
          </p:nvSpPr>
          <p:spPr>
            <a:xfrm rot="12667022">
              <a:off x="728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0" name="Zylinder 59">
              <a:extLst>
                <a:ext uri="{FF2B5EF4-FFF2-40B4-BE49-F238E27FC236}">
                  <a16:creationId xmlns:a16="http://schemas.microsoft.com/office/drawing/2014/main" id="{A681B0BE-D590-A7F3-60EE-3184A38E631E}"/>
                </a:ext>
              </a:extLst>
            </p:cNvPr>
            <p:cNvSpPr/>
            <p:nvPr/>
          </p:nvSpPr>
          <p:spPr>
            <a:xfrm rot="12667022">
              <a:off x="775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Zylinder 61">
              <a:extLst>
                <a:ext uri="{FF2B5EF4-FFF2-40B4-BE49-F238E27FC236}">
                  <a16:creationId xmlns:a16="http://schemas.microsoft.com/office/drawing/2014/main" id="{EDB98A56-7F66-D2BD-242D-BEB368587EE2}"/>
                </a:ext>
              </a:extLst>
            </p:cNvPr>
            <p:cNvSpPr/>
            <p:nvPr/>
          </p:nvSpPr>
          <p:spPr>
            <a:xfrm rot="12667022">
              <a:off x="4257879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Zylinder 62">
              <a:extLst>
                <a:ext uri="{FF2B5EF4-FFF2-40B4-BE49-F238E27FC236}">
                  <a16:creationId xmlns:a16="http://schemas.microsoft.com/office/drawing/2014/main" id="{3768C2FB-D557-3793-DCE6-E3CF373AD74B}"/>
                </a:ext>
              </a:extLst>
            </p:cNvPr>
            <p:cNvSpPr/>
            <p:nvPr/>
          </p:nvSpPr>
          <p:spPr>
            <a:xfrm rot="12667022">
              <a:off x="476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Zylinder 63">
              <a:extLst>
                <a:ext uri="{FF2B5EF4-FFF2-40B4-BE49-F238E27FC236}">
                  <a16:creationId xmlns:a16="http://schemas.microsoft.com/office/drawing/2014/main" id="{A2BAB20A-3391-144E-4B31-2B0D0A2671F0}"/>
                </a:ext>
              </a:extLst>
            </p:cNvPr>
            <p:cNvSpPr/>
            <p:nvPr/>
          </p:nvSpPr>
          <p:spPr>
            <a:xfrm rot="12667022">
              <a:off x="5269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Zylinder 65">
              <a:extLst>
                <a:ext uri="{FF2B5EF4-FFF2-40B4-BE49-F238E27FC236}">
                  <a16:creationId xmlns:a16="http://schemas.microsoft.com/office/drawing/2014/main" id="{451A8049-2F7A-1A6F-85F2-AFCF574AC3EC}"/>
                </a:ext>
              </a:extLst>
            </p:cNvPr>
            <p:cNvSpPr/>
            <p:nvPr/>
          </p:nvSpPr>
          <p:spPr>
            <a:xfrm rot="12667022">
              <a:off x="5521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Zylinder 66">
              <a:extLst>
                <a:ext uri="{FF2B5EF4-FFF2-40B4-BE49-F238E27FC236}">
                  <a16:creationId xmlns:a16="http://schemas.microsoft.com/office/drawing/2014/main" id="{2A09FFC1-7A7D-ABB5-4C8C-000B7D98412C}"/>
                </a:ext>
              </a:extLst>
            </p:cNvPr>
            <p:cNvSpPr/>
            <p:nvPr/>
          </p:nvSpPr>
          <p:spPr>
            <a:xfrm rot="12667022">
              <a:off x="6025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Zylinder 67">
              <a:extLst>
                <a:ext uri="{FF2B5EF4-FFF2-40B4-BE49-F238E27FC236}">
                  <a16:creationId xmlns:a16="http://schemas.microsoft.com/office/drawing/2014/main" id="{39D71533-F666-94AC-6921-3AE4BCFDDD56}"/>
                </a:ext>
              </a:extLst>
            </p:cNvPr>
            <p:cNvSpPr/>
            <p:nvPr/>
          </p:nvSpPr>
          <p:spPr>
            <a:xfrm rot="12667022">
              <a:off x="6529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Zylinder 68">
              <a:extLst>
                <a:ext uri="{FF2B5EF4-FFF2-40B4-BE49-F238E27FC236}">
                  <a16:creationId xmlns:a16="http://schemas.microsoft.com/office/drawing/2014/main" id="{1CE32416-887C-CC4E-64C1-D2D6596A5591}"/>
                </a:ext>
              </a:extLst>
            </p:cNvPr>
            <p:cNvSpPr/>
            <p:nvPr/>
          </p:nvSpPr>
          <p:spPr>
            <a:xfrm rot="12667022">
              <a:off x="699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Zylinder 69">
              <a:extLst>
                <a:ext uri="{FF2B5EF4-FFF2-40B4-BE49-F238E27FC236}">
                  <a16:creationId xmlns:a16="http://schemas.microsoft.com/office/drawing/2014/main" id="{8ECD72F4-0E7B-5B67-1D9D-C139C0B0B13B}"/>
                </a:ext>
              </a:extLst>
            </p:cNvPr>
            <p:cNvSpPr/>
            <p:nvPr/>
          </p:nvSpPr>
          <p:spPr>
            <a:xfrm rot="12667022">
              <a:off x="7464604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Zylinder 70">
              <a:extLst>
                <a:ext uri="{FF2B5EF4-FFF2-40B4-BE49-F238E27FC236}">
                  <a16:creationId xmlns:a16="http://schemas.microsoft.com/office/drawing/2014/main" id="{8E9DEF83-E9CB-F00D-604F-A2B0482CAC99}"/>
                </a:ext>
              </a:extLst>
            </p:cNvPr>
            <p:cNvSpPr/>
            <p:nvPr/>
          </p:nvSpPr>
          <p:spPr>
            <a:xfrm rot="12667022">
              <a:off x="795317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Zylinder 71">
              <a:extLst>
                <a:ext uri="{FF2B5EF4-FFF2-40B4-BE49-F238E27FC236}">
                  <a16:creationId xmlns:a16="http://schemas.microsoft.com/office/drawing/2014/main" id="{C671FD75-D479-58AE-F113-0358DA040D17}"/>
                </a:ext>
              </a:extLst>
            </p:cNvPr>
            <p:cNvSpPr/>
            <p:nvPr/>
          </p:nvSpPr>
          <p:spPr>
            <a:xfrm rot="12667022">
              <a:off x="4056851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Zylinder 72">
              <a:extLst>
                <a:ext uri="{FF2B5EF4-FFF2-40B4-BE49-F238E27FC236}">
                  <a16:creationId xmlns:a16="http://schemas.microsoft.com/office/drawing/2014/main" id="{BC4C3EDD-4FE3-3CAA-E1B9-147594FC38A8}"/>
                </a:ext>
              </a:extLst>
            </p:cNvPr>
            <p:cNvSpPr/>
            <p:nvPr/>
          </p:nvSpPr>
          <p:spPr>
            <a:xfrm rot="12667022">
              <a:off x="4536995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Zylinder 73">
              <a:extLst>
                <a:ext uri="{FF2B5EF4-FFF2-40B4-BE49-F238E27FC236}">
                  <a16:creationId xmlns:a16="http://schemas.microsoft.com/office/drawing/2014/main" id="{68C60393-A144-B1D0-23D4-9F7860A77CCA}"/>
                </a:ext>
              </a:extLst>
            </p:cNvPr>
            <p:cNvSpPr/>
            <p:nvPr/>
          </p:nvSpPr>
          <p:spPr>
            <a:xfrm rot="12667022">
              <a:off x="501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Flussdiagramm: Manuelle Verarbeitung 95">
              <a:extLst>
                <a:ext uri="{FF2B5EF4-FFF2-40B4-BE49-F238E27FC236}">
                  <a16:creationId xmlns:a16="http://schemas.microsoft.com/office/drawing/2014/main" id="{7D89D7B4-5F24-61A3-4792-C378ACC9F2D1}"/>
                </a:ext>
              </a:extLst>
            </p:cNvPr>
            <p:cNvSpPr/>
            <p:nvPr/>
          </p:nvSpPr>
          <p:spPr>
            <a:xfrm>
              <a:off x="4962000" y="384907"/>
              <a:ext cx="2268000" cy="118793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3177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6859" y="9890"/>
                  </a:lnTo>
                  <a:lnTo>
                    <a:pt x="3177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  <a:effectLst/>
            <a:scene3d>
              <a:camera prst="obliqueTopRight"/>
              <a:lightRig rig="soft" dir="t"/>
            </a:scene3d>
            <a:sp3d prstMaterial="clear">
              <a:bevelT w="177800" h="635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6" name="Ellipse 104">
              <a:extLst>
                <a:ext uri="{FF2B5EF4-FFF2-40B4-BE49-F238E27FC236}">
                  <a16:creationId xmlns:a16="http://schemas.microsoft.com/office/drawing/2014/main" id="{08AE0686-B69D-6EBD-2EE1-FD8B15416E09}"/>
                </a:ext>
              </a:extLst>
            </p:cNvPr>
            <p:cNvSpPr/>
            <p:nvPr/>
          </p:nvSpPr>
          <p:spPr>
            <a:xfrm>
              <a:off x="5891220" y="635956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Zylinder 132">
              <a:extLst>
                <a:ext uri="{FF2B5EF4-FFF2-40B4-BE49-F238E27FC236}">
                  <a16:creationId xmlns:a16="http://schemas.microsoft.com/office/drawing/2014/main" id="{6738A425-7123-F389-2E72-C9F5B83C2396}"/>
                </a:ext>
              </a:extLst>
            </p:cNvPr>
            <p:cNvSpPr/>
            <p:nvPr/>
          </p:nvSpPr>
          <p:spPr>
            <a:xfrm rot="12667022">
              <a:off x="526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Zylinder 133">
              <a:extLst>
                <a:ext uri="{FF2B5EF4-FFF2-40B4-BE49-F238E27FC236}">
                  <a16:creationId xmlns:a16="http://schemas.microsoft.com/office/drawing/2014/main" id="{952219A2-B427-3649-D40E-8408D0F3E66F}"/>
                </a:ext>
              </a:extLst>
            </p:cNvPr>
            <p:cNvSpPr/>
            <p:nvPr/>
          </p:nvSpPr>
          <p:spPr>
            <a:xfrm rot="12667022">
              <a:off x="577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Zylinder 134">
              <a:extLst>
                <a:ext uri="{FF2B5EF4-FFF2-40B4-BE49-F238E27FC236}">
                  <a16:creationId xmlns:a16="http://schemas.microsoft.com/office/drawing/2014/main" id="{636FE0DE-BAF9-03BC-CEF2-009AFC5BF2A8}"/>
                </a:ext>
              </a:extLst>
            </p:cNvPr>
            <p:cNvSpPr/>
            <p:nvPr/>
          </p:nvSpPr>
          <p:spPr>
            <a:xfrm rot="12667022">
              <a:off x="6277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Zylinder 135">
              <a:extLst>
                <a:ext uri="{FF2B5EF4-FFF2-40B4-BE49-F238E27FC236}">
                  <a16:creationId xmlns:a16="http://schemas.microsoft.com/office/drawing/2014/main" id="{BFD60242-0FA0-479B-0F90-6014225EEBC7}"/>
                </a:ext>
              </a:extLst>
            </p:cNvPr>
            <p:cNvSpPr/>
            <p:nvPr/>
          </p:nvSpPr>
          <p:spPr>
            <a:xfrm rot="12667022">
              <a:off x="678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Zylinder 136">
              <a:extLst>
                <a:ext uri="{FF2B5EF4-FFF2-40B4-BE49-F238E27FC236}">
                  <a16:creationId xmlns:a16="http://schemas.microsoft.com/office/drawing/2014/main" id="{ACD4D016-EB56-D360-BECA-3283D634ECA6}"/>
                </a:ext>
              </a:extLst>
            </p:cNvPr>
            <p:cNvSpPr/>
            <p:nvPr/>
          </p:nvSpPr>
          <p:spPr>
            <a:xfrm rot="12667022">
              <a:off x="728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Zylinder 137">
              <a:extLst>
                <a:ext uri="{FF2B5EF4-FFF2-40B4-BE49-F238E27FC236}">
                  <a16:creationId xmlns:a16="http://schemas.microsoft.com/office/drawing/2014/main" id="{CF95DD18-C335-6EA2-5806-574CE07941FC}"/>
                </a:ext>
              </a:extLst>
            </p:cNvPr>
            <p:cNvSpPr/>
            <p:nvPr/>
          </p:nvSpPr>
          <p:spPr>
            <a:xfrm rot="12667022">
              <a:off x="778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Zylinder 155">
              <a:extLst>
                <a:ext uri="{FF2B5EF4-FFF2-40B4-BE49-F238E27FC236}">
                  <a16:creationId xmlns:a16="http://schemas.microsoft.com/office/drawing/2014/main" id="{026AD728-6F45-D308-2BDB-E5831E73ED19}"/>
                </a:ext>
              </a:extLst>
            </p:cNvPr>
            <p:cNvSpPr/>
            <p:nvPr/>
          </p:nvSpPr>
          <p:spPr>
            <a:xfrm rot="12667022">
              <a:off x="3757140" y="483098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Zylinder 156">
              <a:extLst>
                <a:ext uri="{FF2B5EF4-FFF2-40B4-BE49-F238E27FC236}">
                  <a16:creationId xmlns:a16="http://schemas.microsoft.com/office/drawing/2014/main" id="{B03463D6-C621-9198-F454-C0F4ED11242D}"/>
                </a:ext>
              </a:extLst>
            </p:cNvPr>
            <p:cNvSpPr/>
            <p:nvPr/>
          </p:nvSpPr>
          <p:spPr>
            <a:xfrm rot="12667022">
              <a:off x="426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Zylinder 157">
              <a:extLst>
                <a:ext uri="{FF2B5EF4-FFF2-40B4-BE49-F238E27FC236}">
                  <a16:creationId xmlns:a16="http://schemas.microsoft.com/office/drawing/2014/main" id="{C13A1501-5354-8AEB-EA7E-122614FB02A6}"/>
                </a:ext>
              </a:extLst>
            </p:cNvPr>
            <p:cNvSpPr/>
            <p:nvPr/>
          </p:nvSpPr>
          <p:spPr>
            <a:xfrm rot="12667022">
              <a:off x="476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Zylinder 159">
              <a:extLst>
                <a:ext uri="{FF2B5EF4-FFF2-40B4-BE49-F238E27FC236}">
                  <a16:creationId xmlns:a16="http://schemas.microsoft.com/office/drawing/2014/main" id="{DFBAFF2D-F300-0192-EB3C-D48353AF5EC6}"/>
                </a:ext>
              </a:extLst>
            </p:cNvPr>
            <p:cNvSpPr/>
            <p:nvPr/>
          </p:nvSpPr>
          <p:spPr>
            <a:xfrm rot="12667022">
              <a:off x="829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Ellipse 164">
              <a:extLst>
                <a:ext uri="{FF2B5EF4-FFF2-40B4-BE49-F238E27FC236}">
                  <a16:creationId xmlns:a16="http://schemas.microsoft.com/office/drawing/2014/main" id="{8D8D84F6-9B4D-D549-D635-42779F545330}"/>
                </a:ext>
              </a:extLst>
            </p:cNvPr>
            <p:cNvSpPr/>
            <p:nvPr/>
          </p:nvSpPr>
          <p:spPr>
            <a:xfrm>
              <a:off x="5898826" y="606263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Ellipse 165">
              <a:extLst>
                <a:ext uri="{FF2B5EF4-FFF2-40B4-BE49-F238E27FC236}">
                  <a16:creationId xmlns:a16="http://schemas.microsoft.com/office/drawing/2014/main" id="{781E94A7-EF04-57BC-8CAF-6CBA93F53000}"/>
                </a:ext>
              </a:extLst>
            </p:cNvPr>
            <p:cNvSpPr/>
            <p:nvPr/>
          </p:nvSpPr>
          <p:spPr>
            <a:xfrm>
              <a:off x="5898826" y="576872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Ellipse 166">
              <a:extLst>
                <a:ext uri="{FF2B5EF4-FFF2-40B4-BE49-F238E27FC236}">
                  <a16:creationId xmlns:a16="http://schemas.microsoft.com/office/drawing/2014/main" id="{9F84CC60-FBEB-CC85-3A9D-4FEF10ADE9A7}"/>
                </a:ext>
              </a:extLst>
            </p:cNvPr>
            <p:cNvSpPr/>
            <p:nvPr/>
          </p:nvSpPr>
          <p:spPr>
            <a:xfrm>
              <a:off x="5891135" y="547716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Ellipse 167">
              <a:extLst>
                <a:ext uri="{FF2B5EF4-FFF2-40B4-BE49-F238E27FC236}">
                  <a16:creationId xmlns:a16="http://schemas.microsoft.com/office/drawing/2014/main" id="{66F18EE7-B792-D26F-BE0F-38C79AD473AA}"/>
                </a:ext>
              </a:extLst>
            </p:cNvPr>
            <p:cNvSpPr/>
            <p:nvPr/>
          </p:nvSpPr>
          <p:spPr>
            <a:xfrm>
              <a:off x="5891135" y="51832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Ellipse 168">
              <a:extLst>
                <a:ext uri="{FF2B5EF4-FFF2-40B4-BE49-F238E27FC236}">
                  <a16:creationId xmlns:a16="http://schemas.microsoft.com/office/drawing/2014/main" id="{2E0828B0-C053-0D4D-8255-91C28509B05B}"/>
                </a:ext>
              </a:extLst>
            </p:cNvPr>
            <p:cNvSpPr/>
            <p:nvPr/>
          </p:nvSpPr>
          <p:spPr>
            <a:xfrm>
              <a:off x="5413310" y="635651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Ellipse 169">
              <a:extLst>
                <a:ext uri="{FF2B5EF4-FFF2-40B4-BE49-F238E27FC236}">
                  <a16:creationId xmlns:a16="http://schemas.microsoft.com/office/drawing/2014/main" id="{BECE81DE-D9B5-ABEB-21BE-A3C9715C9B4F}"/>
                </a:ext>
              </a:extLst>
            </p:cNvPr>
            <p:cNvSpPr/>
            <p:nvPr/>
          </p:nvSpPr>
          <p:spPr>
            <a:xfrm>
              <a:off x="5405619" y="60649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Ellipse 170">
              <a:extLst>
                <a:ext uri="{FF2B5EF4-FFF2-40B4-BE49-F238E27FC236}">
                  <a16:creationId xmlns:a16="http://schemas.microsoft.com/office/drawing/2014/main" id="{8E93FED0-4CD9-842A-8AB8-8DFF2A5842FF}"/>
                </a:ext>
              </a:extLst>
            </p:cNvPr>
            <p:cNvSpPr/>
            <p:nvPr/>
          </p:nvSpPr>
          <p:spPr>
            <a:xfrm>
              <a:off x="5405619" y="577104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Ellipse 171">
              <a:extLst>
                <a:ext uri="{FF2B5EF4-FFF2-40B4-BE49-F238E27FC236}">
                  <a16:creationId xmlns:a16="http://schemas.microsoft.com/office/drawing/2014/main" id="{1D053AB0-F4D2-5DE8-7D19-D08C82E6C6D3}"/>
                </a:ext>
              </a:extLst>
            </p:cNvPr>
            <p:cNvSpPr/>
            <p:nvPr/>
          </p:nvSpPr>
          <p:spPr>
            <a:xfrm>
              <a:off x="6367545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Ellipse 172">
              <a:extLst>
                <a:ext uri="{FF2B5EF4-FFF2-40B4-BE49-F238E27FC236}">
                  <a16:creationId xmlns:a16="http://schemas.microsoft.com/office/drawing/2014/main" id="{78336D46-5204-8797-5337-EC2C0852EA35}"/>
                </a:ext>
              </a:extLst>
            </p:cNvPr>
            <p:cNvSpPr/>
            <p:nvPr/>
          </p:nvSpPr>
          <p:spPr>
            <a:xfrm>
              <a:off x="6359854" y="60355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Ellipse 173">
              <a:extLst>
                <a:ext uri="{FF2B5EF4-FFF2-40B4-BE49-F238E27FC236}">
                  <a16:creationId xmlns:a16="http://schemas.microsoft.com/office/drawing/2014/main" id="{CEAF6191-D04A-C69E-9777-EBD4D358B1AC}"/>
                </a:ext>
              </a:extLst>
            </p:cNvPr>
            <p:cNvSpPr/>
            <p:nvPr/>
          </p:nvSpPr>
          <p:spPr>
            <a:xfrm>
              <a:off x="6359854" y="574159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Ellipse 174">
              <a:extLst>
                <a:ext uri="{FF2B5EF4-FFF2-40B4-BE49-F238E27FC236}">
                  <a16:creationId xmlns:a16="http://schemas.microsoft.com/office/drawing/2014/main" id="{40398F86-BFCD-12D6-68DF-4DD79286B07C}"/>
                </a:ext>
              </a:extLst>
            </p:cNvPr>
            <p:cNvSpPr/>
            <p:nvPr/>
          </p:nvSpPr>
          <p:spPr>
            <a:xfrm>
              <a:off x="6358319" y="54438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Ellipse 175">
              <a:extLst>
                <a:ext uri="{FF2B5EF4-FFF2-40B4-BE49-F238E27FC236}">
                  <a16:creationId xmlns:a16="http://schemas.microsoft.com/office/drawing/2014/main" id="{19246235-AA06-B8F0-4FE6-9A8D4FC5DEA2}"/>
                </a:ext>
              </a:extLst>
            </p:cNvPr>
            <p:cNvSpPr/>
            <p:nvPr/>
          </p:nvSpPr>
          <p:spPr>
            <a:xfrm>
              <a:off x="6857541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Ellipse 176">
              <a:extLst>
                <a:ext uri="{FF2B5EF4-FFF2-40B4-BE49-F238E27FC236}">
                  <a16:creationId xmlns:a16="http://schemas.microsoft.com/office/drawing/2014/main" id="{9277103D-2834-9D2B-767C-050A132C4DD1}"/>
                </a:ext>
              </a:extLst>
            </p:cNvPr>
            <p:cNvSpPr/>
            <p:nvPr/>
          </p:nvSpPr>
          <p:spPr>
            <a:xfrm>
              <a:off x="6856006" y="60403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Ellipse 177">
              <a:extLst>
                <a:ext uri="{FF2B5EF4-FFF2-40B4-BE49-F238E27FC236}">
                  <a16:creationId xmlns:a16="http://schemas.microsoft.com/office/drawing/2014/main" id="{5B8E50D7-868A-5F58-2F29-FDDE3DFA7DA1}"/>
                </a:ext>
              </a:extLst>
            </p:cNvPr>
            <p:cNvSpPr/>
            <p:nvPr/>
          </p:nvSpPr>
          <p:spPr>
            <a:xfrm>
              <a:off x="4892463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Ellipse 178">
              <a:extLst>
                <a:ext uri="{FF2B5EF4-FFF2-40B4-BE49-F238E27FC236}">
                  <a16:creationId xmlns:a16="http://schemas.microsoft.com/office/drawing/2014/main" id="{E5AB0E51-832D-AF3B-308F-83584DCC29A4}"/>
                </a:ext>
              </a:extLst>
            </p:cNvPr>
            <p:cNvSpPr/>
            <p:nvPr/>
          </p:nvSpPr>
          <p:spPr>
            <a:xfrm>
              <a:off x="4890871" y="60437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Ellipse 179">
              <a:extLst>
                <a:ext uri="{FF2B5EF4-FFF2-40B4-BE49-F238E27FC236}">
                  <a16:creationId xmlns:a16="http://schemas.microsoft.com/office/drawing/2014/main" id="{D7C28344-32CA-3096-0A47-94699D9D26DE}"/>
                </a:ext>
              </a:extLst>
            </p:cNvPr>
            <p:cNvSpPr/>
            <p:nvPr/>
          </p:nvSpPr>
          <p:spPr>
            <a:xfrm>
              <a:off x="6856006" y="57507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Ellipse 180">
              <a:extLst>
                <a:ext uri="{FF2B5EF4-FFF2-40B4-BE49-F238E27FC236}">
                  <a16:creationId xmlns:a16="http://schemas.microsoft.com/office/drawing/2014/main" id="{CD5496D1-D501-DEDC-45E2-A00D70AF62A2}"/>
                </a:ext>
              </a:extLst>
            </p:cNvPr>
            <p:cNvSpPr/>
            <p:nvPr/>
          </p:nvSpPr>
          <p:spPr>
            <a:xfrm>
              <a:off x="4393558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Ellipse 181">
              <a:extLst>
                <a:ext uri="{FF2B5EF4-FFF2-40B4-BE49-F238E27FC236}">
                  <a16:creationId xmlns:a16="http://schemas.microsoft.com/office/drawing/2014/main" id="{37346E14-1B76-6385-A8A9-037428F516D5}"/>
                </a:ext>
              </a:extLst>
            </p:cNvPr>
            <p:cNvSpPr/>
            <p:nvPr/>
          </p:nvSpPr>
          <p:spPr>
            <a:xfrm>
              <a:off x="7366274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Ellipse 182">
              <a:extLst>
                <a:ext uri="{FF2B5EF4-FFF2-40B4-BE49-F238E27FC236}">
                  <a16:creationId xmlns:a16="http://schemas.microsoft.com/office/drawing/2014/main" id="{27A2C3E6-1DF6-71A5-4EE9-D4BBE70E4B19}"/>
                </a:ext>
              </a:extLst>
            </p:cNvPr>
            <p:cNvSpPr/>
            <p:nvPr/>
          </p:nvSpPr>
          <p:spPr>
            <a:xfrm>
              <a:off x="7865022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Ellipse 187">
              <a:extLst>
                <a:ext uri="{FF2B5EF4-FFF2-40B4-BE49-F238E27FC236}">
                  <a16:creationId xmlns:a16="http://schemas.microsoft.com/office/drawing/2014/main" id="{3DE697E1-CF0D-CF5A-F995-66E74327ED86}"/>
                </a:ext>
              </a:extLst>
            </p:cNvPr>
            <p:cNvSpPr/>
            <p:nvPr/>
          </p:nvSpPr>
          <p:spPr>
            <a:xfrm>
              <a:off x="5698932" y="7757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Ellipse 188">
              <a:extLst>
                <a:ext uri="{FF2B5EF4-FFF2-40B4-BE49-F238E27FC236}">
                  <a16:creationId xmlns:a16="http://schemas.microsoft.com/office/drawing/2014/main" id="{1C277F2E-3560-6C4D-D206-08944237A518}"/>
                </a:ext>
              </a:extLst>
            </p:cNvPr>
            <p:cNvSpPr/>
            <p:nvPr/>
          </p:nvSpPr>
          <p:spPr>
            <a:xfrm>
              <a:off x="5673057" y="121228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Ellipse 189">
              <a:extLst>
                <a:ext uri="{FF2B5EF4-FFF2-40B4-BE49-F238E27FC236}">
                  <a16:creationId xmlns:a16="http://schemas.microsoft.com/office/drawing/2014/main" id="{5B46DFD0-2CB6-206D-6F94-819BD7AEA74F}"/>
                </a:ext>
              </a:extLst>
            </p:cNvPr>
            <p:cNvSpPr/>
            <p:nvPr/>
          </p:nvSpPr>
          <p:spPr>
            <a:xfrm>
              <a:off x="6267909" y="123255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Ellipse 190">
              <a:extLst>
                <a:ext uri="{FF2B5EF4-FFF2-40B4-BE49-F238E27FC236}">
                  <a16:creationId xmlns:a16="http://schemas.microsoft.com/office/drawing/2014/main" id="{8343D570-ADCE-CB45-0DB7-6980A7329C60}"/>
                </a:ext>
              </a:extLst>
            </p:cNvPr>
            <p:cNvSpPr/>
            <p:nvPr/>
          </p:nvSpPr>
          <p:spPr>
            <a:xfrm>
              <a:off x="5978836" y="12393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Ellipse 191">
              <a:extLst>
                <a:ext uri="{FF2B5EF4-FFF2-40B4-BE49-F238E27FC236}">
                  <a16:creationId xmlns:a16="http://schemas.microsoft.com/office/drawing/2014/main" id="{C211CE20-FC21-DA3C-5C08-EEBA96F143B7}"/>
                </a:ext>
              </a:extLst>
            </p:cNvPr>
            <p:cNvSpPr/>
            <p:nvPr/>
          </p:nvSpPr>
          <p:spPr>
            <a:xfrm>
              <a:off x="6016599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Ellipse 192">
              <a:extLst>
                <a:ext uri="{FF2B5EF4-FFF2-40B4-BE49-F238E27FC236}">
                  <a16:creationId xmlns:a16="http://schemas.microsoft.com/office/drawing/2014/main" id="{D395D9C8-DBC5-EC43-9873-8A0354C8F928}"/>
                </a:ext>
              </a:extLst>
            </p:cNvPr>
            <p:cNvSpPr/>
            <p:nvPr/>
          </p:nvSpPr>
          <p:spPr>
            <a:xfrm>
              <a:off x="6160658" y="96101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Ellipse 193">
              <a:extLst>
                <a:ext uri="{FF2B5EF4-FFF2-40B4-BE49-F238E27FC236}">
                  <a16:creationId xmlns:a16="http://schemas.microsoft.com/office/drawing/2014/main" id="{27486DEB-FD1D-233B-0AFE-3924F8590676}"/>
                </a:ext>
              </a:extLst>
            </p:cNvPr>
            <p:cNvSpPr/>
            <p:nvPr/>
          </p:nvSpPr>
          <p:spPr>
            <a:xfrm>
              <a:off x="5533396" y="9549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Ellipse 194">
              <a:extLst>
                <a:ext uri="{FF2B5EF4-FFF2-40B4-BE49-F238E27FC236}">
                  <a16:creationId xmlns:a16="http://schemas.microsoft.com/office/drawing/2014/main" id="{1D351548-C7D8-4C62-A1C6-74D4F3D3757E}"/>
                </a:ext>
              </a:extLst>
            </p:cNvPr>
            <p:cNvSpPr/>
            <p:nvPr/>
          </p:nvSpPr>
          <p:spPr>
            <a:xfrm>
              <a:off x="6336770" y="74303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Ellipse 195">
              <a:extLst>
                <a:ext uri="{FF2B5EF4-FFF2-40B4-BE49-F238E27FC236}">
                  <a16:creationId xmlns:a16="http://schemas.microsoft.com/office/drawing/2014/main" id="{0BB12C8C-652B-FD01-24CD-3E6D27B0EF48}"/>
                </a:ext>
              </a:extLst>
            </p:cNvPr>
            <p:cNvSpPr/>
            <p:nvPr/>
          </p:nvSpPr>
          <p:spPr>
            <a:xfrm>
              <a:off x="5852458" y="97378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96">
              <a:extLst>
                <a:ext uri="{FF2B5EF4-FFF2-40B4-BE49-F238E27FC236}">
                  <a16:creationId xmlns:a16="http://schemas.microsoft.com/office/drawing/2014/main" id="{32B36E86-677E-94E7-7E80-587D26C23567}"/>
                </a:ext>
              </a:extLst>
            </p:cNvPr>
            <p:cNvSpPr/>
            <p:nvPr/>
          </p:nvSpPr>
          <p:spPr>
            <a:xfrm>
              <a:off x="6616570" y="6827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97">
              <a:extLst>
                <a:ext uri="{FF2B5EF4-FFF2-40B4-BE49-F238E27FC236}">
                  <a16:creationId xmlns:a16="http://schemas.microsoft.com/office/drawing/2014/main" id="{B878BE97-83AA-A2CE-9367-C2CA3C3399F8}"/>
                </a:ext>
              </a:extLst>
            </p:cNvPr>
            <p:cNvSpPr/>
            <p:nvPr/>
          </p:nvSpPr>
          <p:spPr>
            <a:xfrm>
              <a:off x="6462039" y="97446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98">
              <a:extLst>
                <a:ext uri="{FF2B5EF4-FFF2-40B4-BE49-F238E27FC236}">
                  <a16:creationId xmlns:a16="http://schemas.microsoft.com/office/drawing/2014/main" id="{B7F5E78C-30F6-CF57-5855-3722CCCDEEEB}"/>
                </a:ext>
              </a:extLst>
            </p:cNvPr>
            <p:cNvSpPr/>
            <p:nvPr/>
          </p:nvSpPr>
          <p:spPr>
            <a:xfrm>
              <a:off x="5363365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99">
              <a:extLst>
                <a:ext uri="{FF2B5EF4-FFF2-40B4-BE49-F238E27FC236}">
                  <a16:creationId xmlns:a16="http://schemas.microsoft.com/office/drawing/2014/main" id="{F635CC9E-A7FA-0DFB-0D1B-9776B5BE0EF2}"/>
                </a:ext>
              </a:extLst>
            </p:cNvPr>
            <p:cNvSpPr/>
            <p:nvPr/>
          </p:nvSpPr>
          <p:spPr>
            <a:xfrm>
              <a:off x="6125791" y="282840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200">
              <a:extLst>
                <a:ext uri="{FF2B5EF4-FFF2-40B4-BE49-F238E27FC236}">
                  <a16:creationId xmlns:a16="http://schemas.microsoft.com/office/drawing/2014/main" id="{A4C8B3A5-FC93-6473-64EF-B7B995CD5C8B}"/>
                </a:ext>
              </a:extLst>
            </p:cNvPr>
            <p:cNvSpPr/>
            <p:nvPr/>
          </p:nvSpPr>
          <p:spPr>
            <a:xfrm>
              <a:off x="5918990" y="15743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Ellipse 201">
              <a:extLst>
                <a:ext uri="{FF2B5EF4-FFF2-40B4-BE49-F238E27FC236}">
                  <a16:creationId xmlns:a16="http://schemas.microsoft.com/office/drawing/2014/main" id="{DB1967E3-1A91-393F-0435-200B53D9E378}"/>
                </a:ext>
              </a:extLst>
            </p:cNvPr>
            <p:cNvSpPr/>
            <p:nvPr/>
          </p:nvSpPr>
          <p:spPr>
            <a:xfrm>
              <a:off x="5216760" y="4319566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Ellipse 203">
              <a:extLst>
                <a:ext uri="{FF2B5EF4-FFF2-40B4-BE49-F238E27FC236}">
                  <a16:creationId xmlns:a16="http://schemas.microsoft.com/office/drawing/2014/main" id="{6903C869-0650-7F36-8304-D8AA611B670F}"/>
                </a:ext>
              </a:extLst>
            </p:cNvPr>
            <p:cNvSpPr/>
            <p:nvPr/>
          </p:nvSpPr>
          <p:spPr>
            <a:xfrm>
              <a:off x="5587040" y="5060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Ellipse 204">
              <a:extLst>
                <a:ext uri="{FF2B5EF4-FFF2-40B4-BE49-F238E27FC236}">
                  <a16:creationId xmlns:a16="http://schemas.microsoft.com/office/drawing/2014/main" id="{32B4052B-73FC-ECFD-F2ED-2180DE38DDF0}"/>
                </a:ext>
              </a:extLst>
            </p:cNvPr>
            <p:cNvSpPr/>
            <p:nvPr/>
          </p:nvSpPr>
          <p:spPr>
            <a:xfrm>
              <a:off x="5875689" y="46159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Ellipse 205">
              <a:extLst>
                <a:ext uri="{FF2B5EF4-FFF2-40B4-BE49-F238E27FC236}">
                  <a16:creationId xmlns:a16="http://schemas.microsoft.com/office/drawing/2014/main" id="{BA5217F7-0A2D-9A92-4C7B-CE72B43EE1D7}"/>
                </a:ext>
              </a:extLst>
            </p:cNvPr>
            <p:cNvSpPr/>
            <p:nvPr/>
          </p:nvSpPr>
          <p:spPr>
            <a:xfrm>
              <a:off x="6192736" y="48731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Rechteck 219">
              <a:extLst>
                <a:ext uri="{FF2B5EF4-FFF2-40B4-BE49-F238E27FC236}">
                  <a16:creationId xmlns:a16="http://schemas.microsoft.com/office/drawing/2014/main" id="{B98D086F-85D8-2103-BCD7-3E2BE33DF83B}"/>
                </a:ext>
              </a:extLst>
            </p:cNvPr>
            <p:cNvSpPr/>
            <p:nvPr/>
          </p:nvSpPr>
          <p:spPr>
            <a:xfrm>
              <a:off x="3651395" y="4958917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Rechteck 223">
              <a:extLst>
                <a:ext uri="{FF2B5EF4-FFF2-40B4-BE49-F238E27FC236}">
                  <a16:creationId xmlns:a16="http://schemas.microsoft.com/office/drawing/2014/main" id="{4B54AA1A-FF23-6793-7F54-96FCBC51F140}"/>
                </a:ext>
              </a:extLst>
            </p:cNvPr>
            <p:cNvSpPr/>
            <p:nvPr/>
          </p:nvSpPr>
          <p:spPr>
            <a:xfrm>
              <a:off x="4143978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Rechteck 224">
              <a:extLst>
                <a:ext uri="{FF2B5EF4-FFF2-40B4-BE49-F238E27FC236}">
                  <a16:creationId xmlns:a16="http://schemas.microsoft.com/office/drawing/2014/main" id="{CD8C4B94-3708-744E-0BF2-383B4D119C66}"/>
                </a:ext>
              </a:extLst>
            </p:cNvPr>
            <p:cNvSpPr/>
            <p:nvPr/>
          </p:nvSpPr>
          <p:spPr>
            <a:xfrm>
              <a:off x="4656960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Rechteck 225">
              <a:extLst>
                <a:ext uri="{FF2B5EF4-FFF2-40B4-BE49-F238E27FC236}">
                  <a16:creationId xmlns:a16="http://schemas.microsoft.com/office/drawing/2014/main" id="{3CD59076-A873-45C9-36DD-7D62839BA4A1}"/>
                </a:ext>
              </a:extLst>
            </p:cNvPr>
            <p:cNvSpPr/>
            <p:nvPr/>
          </p:nvSpPr>
          <p:spPr>
            <a:xfrm>
              <a:off x="5155173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Rechteck 226">
              <a:extLst>
                <a:ext uri="{FF2B5EF4-FFF2-40B4-BE49-F238E27FC236}">
                  <a16:creationId xmlns:a16="http://schemas.microsoft.com/office/drawing/2014/main" id="{3F89A7EC-BB21-95AB-886A-A9AC5C1D9B38}"/>
                </a:ext>
              </a:extLst>
            </p:cNvPr>
            <p:cNvSpPr/>
            <p:nvPr/>
          </p:nvSpPr>
          <p:spPr>
            <a:xfrm>
              <a:off x="8191762" y="495090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Rechteck 230">
              <a:extLst>
                <a:ext uri="{FF2B5EF4-FFF2-40B4-BE49-F238E27FC236}">
                  <a16:creationId xmlns:a16="http://schemas.microsoft.com/office/drawing/2014/main" id="{BDE22F5C-5361-F59E-6EC7-01E43EEB9E7E}"/>
                </a:ext>
              </a:extLst>
            </p:cNvPr>
            <p:cNvSpPr/>
            <p:nvPr/>
          </p:nvSpPr>
          <p:spPr>
            <a:xfrm>
              <a:off x="5673119" y="4959355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Rechteck 231">
              <a:extLst>
                <a:ext uri="{FF2B5EF4-FFF2-40B4-BE49-F238E27FC236}">
                  <a16:creationId xmlns:a16="http://schemas.microsoft.com/office/drawing/2014/main" id="{5A50F3E0-B598-4F86-4C5A-E85F572F4EED}"/>
                </a:ext>
              </a:extLst>
            </p:cNvPr>
            <p:cNvSpPr/>
            <p:nvPr/>
          </p:nvSpPr>
          <p:spPr>
            <a:xfrm>
              <a:off x="6171332" y="4953056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Rechteck 232">
              <a:extLst>
                <a:ext uri="{FF2B5EF4-FFF2-40B4-BE49-F238E27FC236}">
                  <a16:creationId xmlns:a16="http://schemas.microsoft.com/office/drawing/2014/main" id="{9ED7FF30-EDC6-DD5B-62AA-6CE8D06269A7}"/>
                </a:ext>
              </a:extLst>
            </p:cNvPr>
            <p:cNvSpPr/>
            <p:nvPr/>
          </p:nvSpPr>
          <p:spPr>
            <a:xfrm>
              <a:off x="6668091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Rechteck 233">
              <a:extLst>
                <a:ext uri="{FF2B5EF4-FFF2-40B4-BE49-F238E27FC236}">
                  <a16:creationId xmlns:a16="http://schemas.microsoft.com/office/drawing/2014/main" id="{558678E5-0E09-33A3-3946-C375C39075C4}"/>
                </a:ext>
              </a:extLst>
            </p:cNvPr>
            <p:cNvSpPr/>
            <p:nvPr/>
          </p:nvSpPr>
          <p:spPr>
            <a:xfrm>
              <a:off x="7166304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Rechteck 234">
              <a:extLst>
                <a:ext uri="{FF2B5EF4-FFF2-40B4-BE49-F238E27FC236}">
                  <a16:creationId xmlns:a16="http://schemas.microsoft.com/office/drawing/2014/main" id="{DA4A0FEA-0A47-73FC-01C3-5E99FC9DA196}"/>
                </a:ext>
              </a:extLst>
            </p:cNvPr>
            <p:cNvSpPr/>
            <p:nvPr/>
          </p:nvSpPr>
          <p:spPr>
            <a:xfrm>
              <a:off x="7686255" y="495322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Ellipse 235">
              <a:extLst>
                <a:ext uri="{FF2B5EF4-FFF2-40B4-BE49-F238E27FC236}">
                  <a16:creationId xmlns:a16="http://schemas.microsoft.com/office/drawing/2014/main" id="{734612D7-CB78-172A-E78B-7CE8C775D1F5}"/>
                </a:ext>
              </a:extLst>
            </p:cNvPr>
            <p:cNvSpPr/>
            <p:nvPr/>
          </p:nvSpPr>
          <p:spPr>
            <a:xfrm>
              <a:off x="5181293" y="48578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C28EE-7132-EC4E-8977-144703F4B11E}"/>
              </a:ext>
            </a:extLst>
          </p:cNvPr>
          <p:cNvSpPr/>
          <p:nvPr/>
        </p:nvSpPr>
        <p:spPr>
          <a:xfrm>
            <a:off x="3527202" y="4838330"/>
            <a:ext cx="5372100" cy="14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76098EAA-8A2B-C8C0-B83A-E503D6A6001B}"/>
              </a:ext>
            </a:extLst>
          </p:cNvPr>
          <p:cNvSpPr/>
          <p:nvPr/>
        </p:nvSpPr>
        <p:spPr>
          <a:xfrm>
            <a:off x="804746" y="525010"/>
            <a:ext cx="1842105" cy="1403420"/>
          </a:xfrm>
          <a:prstGeom prst="rect">
            <a:avLst/>
          </a:prstGeom>
          <a:solidFill>
            <a:schemeClr val="accent2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7D0F9848-B87A-0096-AC40-F8081F9244FF}"/>
              </a:ext>
            </a:extLst>
          </p:cNvPr>
          <p:cNvCxnSpPr/>
          <p:nvPr/>
        </p:nvCxnSpPr>
        <p:spPr>
          <a:xfrm>
            <a:off x="2213641" y="6544491"/>
            <a:ext cx="8837023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E013F00E-8303-8E4F-73A0-0E3AB5C1D10A}"/>
              </a:ext>
            </a:extLst>
          </p:cNvPr>
          <p:cNvCxnSpPr/>
          <p:nvPr/>
        </p:nvCxnSpPr>
        <p:spPr>
          <a:xfrm>
            <a:off x="3892217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152BCCB7-AF42-FA37-9512-25C0D7E9D8C6}"/>
              </a:ext>
            </a:extLst>
          </p:cNvPr>
          <p:cNvCxnSpPr/>
          <p:nvPr/>
        </p:nvCxnSpPr>
        <p:spPr>
          <a:xfrm>
            <a:off x="4447818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2A43B1D0-4B5A-D57E-897F-EC8502D8FA7D}"/>
              </a:ext>
            </a:extLst>
          </p:cNvPr>
          <p:cNvCxnSpPr/>
          <p:nvPr/>
        </p:nvCxnSpPr>
        <p:spPr>
          <a:xfrm>
            <a:off x="4977309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4C7A857-D382-85F3-3FD0-62F5F480BE2D}"/>
              </a:ext>
            </a:extLst>
          </p:cNvPr>
          <p:cNvCxnSpPr/>
          <p:nvPr/>
        </p:nvCxnSpPr>
        <p:spPr>
          <a:xfrm>
            <a:off x="5491382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557D7E2-E80E-E90A-2C29-2DF043DA1D4D}"/>
              </a:ext>
            </a:extLst>
          </p:cNvPr>
          <p:cNvCxnSpPr/>
          <p:nvPr/>
        </p:nvCxnSpPr>
        <p:spPr>
          <a:xfrm>
            <a:off x="6046983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DC71DC0D-EAFD-0AE6-9AC3-48100B5C076F}"/>
              </a:ext>
            </a:extLst>
          </p:cNvPr>
          <p:cNvCxnSpPr/>
          <p:nvPr/>
        </p:nvCxnSpPr>
        <p:spPr>
          <a:xfrm>
            <a:off x="6576474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DE66F088-BA97-476B-6501-581419C638F7}"/>
              </a:ext>
            </a:extLst>
          </p:cNvPr>
          <p:cNvCxnSpPr/>
          <p:nvPr/>
        </p:nvCxnSpPr>
        <p:spPr>
          <a:xfrm>
            <a:off x="7131262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AE9F6EFD-4284-BC4E-4A4B-53F92F0F9922}"/>
              </a:ext>
            </a:extLst>
          </p:cNvPr>
          <p:cNvCxnSpPr/>
          <p:nvPr/>
        </p:nvCxnSpPr>
        <p:spPr>
          <a:xfrm>
            <a:off x="7686863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44727FC0-FFB8-F4BB-E466-9008BE5B29C1}"/>
              </a:ext>
            </a:extLst>
          </p:cNvPr>
          <p:cNvCxnSpPr/>
          <p:nvPr/>
        </p:nvCxnSpPr>
        <p:spPr>
          <a:xfrm>
            <a:off x="8216354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18A758EC-CD99-043C-9D18-0FD49E339BBC}"/>
              </a:ext>
            </a:extLst>
          </p:cNvPr>
          <p:cNvCxnSpPr/>
          <p:nvPr/>
        </p:nvCxnSpPr>
        <p:spPr>
          <a:xfrm>
            <a:off x="8773702" y="5114109"/>
            <a:ext cx="0" cy="1430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1D51B83-85D7-C8D1-E771-AD43BCE01870}"/>
              </a:ext>
            </a:extLst>
          </p:cNvPr>
          <p:cNvCxnSpPr>
            <a:cxnSpLocks/>
          </p:cNvCxnSpPr>
          <p:nvPr/>
        </p:nvCxnSpPr>
        <p:spPr>
          <a:xfrm>
            <a:off x="652346" y="1928435"/>
            <a:ext cx="19945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F57DDA91-126C-5FF5-61F7-217D0FB3038F}"/>
              </a:ext>
            </a:extLst>
          </p:cNvPr>
          <p:cNvCxnSpPr>
            <a:cxnSpLocks/>
          </p:cNvCxnSpPr>
          <p:nvPr/>
        </p:nvCxnSpPr>
        <p:spPr>
          <a:xfrm flipV="1">
            <a:off x="804746" y="507239"/>
            <a:ext cx="0" cy="15735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Ellipse 162">
            <a:extLst>
              <a:ext uri="{FF2B5EF4-FFF2-40B4-BE49-F238E27FC236}">
                <a16:creationId xmlns:a16="http://schemas.microsoft.com/office/drawing/2014/main" id="{B5380339-6A9E-0D12-8015-C08C91BFAC16}"/>
              </a:ext>
            </a:extLst>
          </p:cNvPr>
          <p:cNvSpPr/>
          <p:nvPr/>
        </p:nvSpPr>
        <p:spPr>
          <a:xfrm>
            <a:off x="1791160" y="1041932"/>
            <a:ext cx="76059" cy="760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584B031A-EC84-5115-716A-5E12E206D2A5}"/>
              </a:ext>
            </a:extLst>
          </p:cNvPr>
          <p:cNvGraphicFramePr/>
          <p:nvPr/>
        </p:nvGraphicFramePr>
        <p:xfrm>
          <a:off x="3572575" y="4442256"/>
          <a:ext cx="5178989" cy="2201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43E54F3B-E77E-E393-E6E1-4F5CCE93D5D8}"/>
              </a:ext>
            </a:extLst>
          </p:cNvPr>
          <p:cNvSpPr/>
          <p:nvPr/>
        </p:nvSpPr>
        <p:spPr>
          <a:xfrm>
            <a:off x="4080480" y="4975753"/>
            <a:ext cx="4543335" cy="1571335"/>
          </a:xfrm>
          <a:custGeom>
            <a:avLst/>
            <a:gdLst>
              <a:gd name="connsiteX0" fmla="*/ 0 w 4277032"/>
              <a:gd name="connsiteY0" fmla="*/ 2345788 h 2346219"/>
              <a:gd name="connsiteX1" fmla="*/ 302342 w 4277032"/>
              <a:gd name="connsiteY1" fmla="*/ 2316292 h 2346219"/>
              <a:gd name="connsiteX2" fmla="*/ 597309 w 4277032"/>
              <a:gd name="connsiteY2" fmla="*/ 2168808 h 2346219"/>
              <a:gd name="connsiteX3" fmla="*/ 1039761 w 4277032"/>
              <a:gd name="connsiteY3" fmla="*/ 1711608 h 2346219"/>
              <a:gd name="connsiteX4" fmla="*/ 1408471 w 4277032"/>
              <a:gd name="connsiteY4" fmla="*/ 1025808 h 2346219"/>
              <a:gd name="connsiteX5" fmla="*/ 1828800 w 4277032"/>
              <a:gd name="connsiteY5" fmla="*/ 222021 h 2346219"/>
              <a:gd name="connsiteX6" fmla="*/ 2101645 w 4277032"/>
              <a:gd name="connsiteY6" fmla="*/ 22917 h 2346219"/>
              <a:gd name="connsiteX7" fmla="*/ 2344993 w 4277032"/>
              <a:gd name="connsiteY7" fmla="*/ 163027 h 2346219"/>
              <a:gd name="connsiteX8" fmla="*/ 2942303 w 4277032"/>
              <a:gd name="connsiteY8" fmla="*/ 1431388 h 2346219"/>
              <a:gd name="connsiteX9" fmla="*/ 3266767 w 4277032"/>
              <a:gd name="connsiteY9" fmla="*/ 1918085 h 2346219"/>
              <a:gd name="connsiteX10" fmla="*/ 3687096 w 4277032"/>
              <a:gd name="connsiteY10" fmla="*/ 2257298 h 2346219"/>
              <a:gd name="connsiteX11" fmla="*/ 3915696 w 4277032"/>
              <a:gd name="connsiteY11" fmla="*/ 2338414 h 2346219"/>
              <a:gd name="connsiteX12" fmla="*/ 4277032 w 4277032"/>
              <a:gd name="connsiteY12" fmla="*/ 2338414 h 2346219"/>
              <a:gd name="connsiteX0" fmla="*/ 0 w 4277032"/>
              <a:gd name="connsiteY0" fmla="*/ 2328502 h 2328933"/>
              <a:gd name="connsiteX1" fmla="*/ 302342 w 4277032"/>
              <a:gd name="connsiteY1" fmla="*/ 2299006 h 2328933"/>
              <a:gd name="connsiteX2" fmla="*/ 597309 w 4277032"/>
              <a:gd name="connsiteY2" fmla="*/ 2151522 h 2328933"/>
              <a:gd name="connsiteX3" fmla="*/ 1039761 w 4277032"/>
              <a:gd name="connsiteY3" fmla="*/ 1694322 h 2328933"/>
              <a:gd name="connsiteX4" fmla="*/ 1408471 w 4277032"/>
              <a:gd name="connsiteY4" fmla="*/ 1008522 h 2328933"/>
              <a:gd name="connsiteX5" fmla="*/ 1828800 w 4277032"/>
              <a:gd name="connsiteY5" fmla="*/ 204735 h 2328933"/>
              <a:gd name="connsiteX6" fmla="*/ 2101645 w 4277032"/>
              <a:gd name="connsiteY6" fmla="*/ 5631 h 2328933"/>
              <a:gd name="connsiteX7" fmla="*/ 2344993 w 4277032"/>
              <a:gd name="connsiteY7" fmla="*/ 189986 h 2328933"/>
              <a:gd name="connsiteX8" fmla="*/ 2942303 w 4277032"/>
              <a:gd name="connsiteY8" fmla="*/ 1414102 h 2328933"/>
              <a:gd name="connsiteX9" fmla="*/ 3266767 w 4277032"/>
              <a:gd name="connsiteY9" fmla="*/ 1900799 h 2328933"/>
              <a:gd name="connsiteX10" fmla="*/ 3687096 w 4277032"/>
              <a:gd name="connsiteY10" fmla="*/ 2240012 h 2328933"/>
              <a:gd name="connsiteX11" fmla="*/ 3915696 w 4277032"/>
              <a:gd name="connsiteY11" fmla="*/ 2321128 h 2328933"/>
              <a:gd name="connsiteX12" fmla="*/ 4277032 w 4277032"/>
              <a:gd name="connsiteY12" fmla="*/ 2321128 h 2328933"/>
              <a:gd name="connsiteX0" fmla="*/ 0 w 4277032"/>
              <a:gd name="connsiteY0" fmla="*/ 2323477 h 2323908"/>
              <a:gd name="connsiteX1" fmla="*/ 302342 w 4277032"/>
              <a:gd name="connsiteY1" fmla="*/ 2293981 h 2323908"/>
              <a:gd name="connsiteX2" fmla="*/ 597309 w 4277032"/>
              <a:gd name="connsiteY2" fmla="*/ 2146497 h 2323908"/>
              <a:gd name="connsiteX3" fmla="*/ 1039761 w 4277032"/>
              <a:gd name="connsiteY3" fmla="*/ 1689297 h 2323908"/>
              <a:gd name="connsiteX4" fmla="*/ 1408471 w 4277032"/>
              <a:gd name="connsiteY4" fmla="*/ 1003497 h 2323908"/>
              <a:gd name="connsiteX5" fmla="*/ 1828800 w 4277032"/>
              <a:gd name="connsiteY5" fmla="*/ 199710 h 2323908"/>
              <a:gd name="connsiteX6" fmla="*/ 2101645 w 4277032"/>
              <a:gd name="connsiteY6" fmla="*/ 606 h 2323908"/>
              <a:gd name="connsiteX7" fmla="*/ 2337619 w 4277032"/>
              <a:gd name="connsiteY7" fmla="*/ 207084 h 2323908"/>
              <a:gd name="connsiteX8" fmla="*/ 2942303 w 4277032"/>
              <a:gd name="connsiteY8" fmla="*/ 1409077 h 2323908"/>
              <a:gd name="connsiteX9" fmla="*/ 3266767 w 4277032"/>
              <a:gd name="connsiteY9" fmla="*/ 1895774 h 2323908"/>
              <a:gd name="connsiteX10" fmla="*/ 3687096 w 4277032"/>
              <a:gd name="connsiteY10" fmla="*/ 2234987 h 2323908"/>
              <a:gd name="connsiteX11" fmla="*/ 3915696 w 4277032"/>
              <a:gd name="connsiteY11" fmla="*/ 2316103 h 2323908"/>
              <a:gd name="connsiteX12" fmla="*/ 4277032 w 4277032"/>
              <a:gd name="connsiteY12" fmla="*/ 2316103 h 2323908"/>
              <a:gd name="connsiteX0" fmla="*/ 0 w 4277032"/>
              <a:gd name="connsiteY0" fmla="*/ 2323477 h 2323908"/>
              <a:gd name="connsiteX1" fmla="*/ 302342 w 4277032"/>
              <a:gd name="connsiteY1" fmla="*/ 2293981 h 2323908"/>
              <a:gd name="connsiteX2" fmla="*/ 597309 w 4277032"/>
              <a:gd name="connsiteY2" fmla="*/ 2146497 h 2323908"/>
              <a:gd name="connsiteX3" fmla="*/ 1039761 w 4277032"/>
              <a:gd name="connsiteY3" fmla="*/ 1689297 h 2323908"/>
              <a:gd name="connsiteX4" fmla="*/ 1408471 w 4277032"/>
              <a:gd name="connsiteY4" fmla="*/ 1003497 h 2323908"/>
              <a:gd name="connsiteX5" fmla="*/ 1828800 w 4277032"/>
              <a:gd name="connsiteY5" fmla="*/ 199710 h 2323908"/>
              <a:gd name="connsiteX6" fmla="*/ 2101645 w 4277032"/>
              <a:gd name="connsiteY6" fmla="*/ 606 h 2323908"/>
              <a:gd name="connsiteX7" fmla="*/ 2337619 w 4277032"/>
              <a:gd name="connsiteY7" fmla="*/ 207084 h 2323908"/>
              <a:gd name="connsiteX8" fmla="*/ 2942303 w 4277032"/>
              <a:gd name="connsiteY8" fmla="*/ 1409077 h 2323908"/>
              <a:gd name="connsiteX9" fmla="*/ 3266767 w 4277032"/>
              <a:gd name="connsiteY9" fmla="*/ 1895774 h 2323908"/>
              <a:gd name="connsiteX10" fmla="*/ 3687096 w 4277032"/>
              <a:gd name="connsiteY10" fmla="*/ 2234987 h 2323908"/>
              <a:gd name="connsiteX11" fmla="*/ 3915696 w 4277032"/>
              <a:gd name="connsiteY11" fmla="*/ 2316103 h 2323908"/>
              <a:gd name="connsiteX12" fmla="*/ 4277032 w 4277032"/>
              <a:gd name="connsiteY12" fmla="*/ 2316103 h 2323908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942303 w 4277032"/>
              <a:gd name="connsiteY8" fmla="*/ 1408504 h 2323335"/>
              <a:gd name="connsiteX9" fmla="*/ 3266767 w 4277032"/>
              <a:gd name="connsiteY9" fmla="*/ 1895201 h 2323335"/>
              <a:gd name="connsiteX10" fmla="*/ 3687096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266767 w 4277032"/>
              <a:gd name="connsiteY9" fmla="*/ 1895201 h 2323335"/>
              <a:gd name="connsiteX10" fmla="*/ 3687096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87096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9734"/>
              <a:gd name="connsiteX1" fmla="*/ 302342 w 4277032"/>
              <a:gd name="connsiteY1" fmla="*/ 2293408 h 2329734"/>
              <a:gd name="connsiteX2" fmla="*/ 597309 w 4277032"/>
              <a:gd name="connsiteY2" fmla="*/ 2145924 h 2329734"/>
              <a:gd name="connsiteX3" fmla="*/ 1039761 w 4277032"/>
              <a:gd name="connsiteY3" fmla="*/ 1688724 h 2329734"/>
              <a:gd name="connsiteX4" fmla="*/ 1408471 w 4277032"/>
              <a:gd name="connsiteY4" fmla="*/ 1002924 h 2329734"/>
              <a:gd name="connsiteX5" fmla="*/ 1828800 w 4277032"/>
              <a:gd name="connsiteY5" fmla="*/ 199137 h 2329734"/>
              <a:gd name="connsiteX6" fmla="*/ 2101645 w 4277032"/>
              <a:gd name="connsiteY6" fmla="*/ 33 h 2329734"/>
              <a:gd name="connsiteX7" fmla="*/ 2337619 w 4277032"/>
              <a:gd name="connsiteY7" fmla="*/ 206511 h 2329734"/>
              <a:gd name="connsiteX8" fmla="*/ 2728451 w 4277032"/>
              <a:gd name="connsiteY8" fmla="*/ 966052 h 2329734"/>
              <a:gd name="connsiteX9" fmla="*/ 3185651 w 4277032"/>
              <a:gd name="connsiteY9" fmla="*/ 1799337 h 2329734"/>
              <a:gd name="connsiteX10" fmla="*/ 3687096 w 4277032"/>
              <a:gd name="connsiteY10" fmla="*/ 2234414 h 2329734"/>
              <a:gd name="connsiteX11" fmla="*/ 3915696 w 4277032"/>
              <a:gd name="connsiteY11" fmla="*/ 2315530 h 2329734"/>
              <a:gd name="connsiteX12" fmla="*/ 4277032 w 4277032"/>
              <a:gd name="connsiteY12" fmla="*/ 2315530 h 2329734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50225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50225 w 4277032"/>
              <a:gd name="connsiteY10" fmla="*/ 2234414 h 2323335"/>
              <a:gd name="connsiteX11" fmla="*/ 3886199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50225 w 4277032"/>
              <a:gd name="connsiteY10" fmla="*/ 2234414 h 2323335"/>
              <a:gd name="connsiteX11" fmla="*/ 3967014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7056"/>
              <a:gd name="connsiteX1" fmla="*/ 302342 w 4277032"/>
              <a:gd name="connsiteY1" fmla="*/ 2293408 h 2327056"/>
              <a:gd name="connsiteX2" fmla="*/ 597309 w 4277032"/>
              <a:gd name="connsiteY2" fmla="*/ 2145924 h 2327056"/>
              <a:gd name="connsiteX3" fmla="*/ 1039761 w 4277032"/>
              <a:gd name="connsiteY3" fmla="*/ 1688724 h 2327056"/>
              <a:gd name="connsiteX4" fmla="*/ 1408471 w 4277032"/>
              <a:gd name="connsiteY4" fmla="*/ 1002924 h 2327056"/>
              <a:gd name="connsiteX5" fmla="*/ 1828800 w 4277032"/>
              <a:gd name="connsiteY5" fmla="*/ 199137 h 2327056"/>
              <a:gd name="connsiteX6" fmla="*/ 2101645 w 4277032"/>
              <a:gd name="connsiteY6" fmla="*/ 33 h 2327056"/>
              <a:gd name="connsiteX7" fmla="*/ 2337619 w 4277032"/>
              <a:gd name="connsiteY7" fmla="*/ 206511 h 2327056"/>
              <a:gd name="connsiteX8" fmla="*/ 2728451 w 4277032"/>
              <a:gd name="connsiteY8" fmla="*/ 966052 h 2327056"/>
              <a:gd name="connsiteX9" fmla="*/ 3185651 w 4277032"/>
              <a:gd name="connsiteY9" fmla="*/ 1799337 h 2327056"/>
              <a:gd name="connsiteX10" fmla="*/ 3594275 w 4277032"/>
              <a:gd name="connsiteY10" fmla="*/ 2182586 h 2327056"/>
              <a:gd name="connsiteX11" fmla="*/ 3967014 w 4277032"/>
              <a:gd name="connsiteY11" fmla="*/ 2315530 h 2327056"/>
              <a:gd name="connsiteX12" fmla="*/ 4277032 w 4277032"/>
              <a:gd name="connsiteY12" fmla="*/ 2315530 h 2327056"/>
              <a:gd name="connsiteX0" fmla="*/ 0 w 4277032"/>
              <a:gd name="connsiteY0" fmla="*/ 2322904 h 2327057"/>
              <a:gd name="connsiteX1" fmla="*/ 302342 w 4277032"/>
              <a:gd name="connsiteY1" fmla="*/ 2293408 h 2327057"/>
              <a:gd name="connsiteX2" fmla="*/ 597309 w 4277032"/>
              <a:gd name="connsiteY2" fmla="*/ 2145924 h 2327057"/>
              <a:gd name="connsiteX3" fmla="*/ 1039761 w 4277032"/>
              <a:gd name="connsiteY3" fmla="*/ 1688724 h 2327057"/>
              <a:gd name="connsiteX4" fmla="*/ 1408471 w 4277032"/>
              <a:gd name="connsiteY4" fmla="*/ 1002924 h 2327057"/>
              <a:gd name="connsiteX5" fmla="*/ 1828800 w 4277032"/>
              <a:gd name="connsiteY5" fmla="*/ 199137 h 2327057"/>
              <a:gd name="connsiteX6" fmla="*/ 2101645 w 4277032"/>
              <a:gd name="connsiteY6" fmla="*/ 33 h 2327057"/>
              <a:gd name="connsiteX7" fmla="*/ 2337619 w 4277032"/>
              <a:gd name="connsiteY7" fmla="*/ 206511 h 2327057"/>
              <a:gd name="connsiteX8" fmla="*/ 2728451 w 4277032"/>
              <a:gd name="connsiteY8" fmla="*/ 966052 h 2327057"/>
              <a:gd name="connsiteX9" fmla="*/ 3185651 w 4277032"/>
              <a:gd name="connsiteY9" fmla="*/ 1799337 h 2327057"/>
              <a:gd name="connsiteX10" fmla="*/ 3594275 w 4277032"/>
              <a:gd name="connsiteY10" fmla="*/ 2182586 h 2327057"/>
              <a:gd name="connsiteX11" fmla="*/ 3991881 w 4277032"/>
              <a:gd name="connsiteY11" fmla="*/ 2315530 h 2327057"/>
              <a:gd name="connsiteX12" fmla="*/ 4277032 w 4277032"/>
              <a:gd name="connsiteY12" fmla="*/ 2315530 h 2327057"/>
              <a:gd name="connsiteX0" fmla="*/ 0 w 4277032"/>
              <a:gd name="connsiteY0" fmla="*/ 2322904 h 2322904"/>
              <a:gd name="connsiteX1" fmla="*/ 302342 w 4277032"/>
              <a:gd name="connsiteY1" fmla="*/ 2293408 h 2322904"/>
              <a:gd name="connsiteX2" fmla="*/ 597309 w 4277032"/>
              <a:gd name="connsiteY2" fmla="*/ 2145924 h 2322904"/>
              <a:gd name="connsiteX3" fmla="*/ 1039761 w 4277032"/>
              <a:gd name="connsiteY3" fmla="*/ 1688724 h 2322904"/>
              <a:gd name="connsiteX4" fmla="*/ 1408471 w 4277032"/>
              <a:gd name="connsiteY4" fmla="*/ 1002924 h 2322904"/>
              <a:gd name="connsiteX5" fmla="*/ 1828800 w 4277032"/>
              <a:gd name="connsiteY5" fmla="*/ 199137 h 2322904"/>
              <a:gd name="connsiteX6" fmla="*/ 2101645 w 4277032"/>
              <a:gd name="connsiteY6" fmla="*/ 33 h 2322904"/>
              <a:gd name="connsiteX7" fmla="*/ 2337619 w 4277032"/>
              <a:gd name="connsiteY7" fmla="*/ 206511 h 2322904"/>
              <a:gd name="connsiteX8" fmla="*/ 2728451 w 4277032"/>
              <a:gd name="connsiteY8" fmla="*/ 966052 h 2322904"/>
              <a:gd name="connsiteX9" fmla="*/ 3185651 w 4277032"/>
              <a:gd name="connsiteY9" fmla="*/ 1799337 h 2322904"/>
              <a:gd name="connsiteX10" fmla="*/ 3594275 w 4277032"/>
              <a:gd name="connsiteY10" fmla="*/ 2182586 h 2322904"/>
              <a:gd name="connsiteX11" fmla="*/ 3960798 w 4277032"/>
              <a:gd name="connsiteY11" fmla="*/ 2298254 h 2322904"/>
              <a:gd name="connsiteX12" fmla="*/ 4277032 w 4277032"/>
              <a:gd name="connsiteY12" fmla="*/ 2315530 h 232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7032" h="2322904">
                <a:moveTo>
                  <a:pt x="0" y="2322904"/>
                </a:moveTo>
                <a:cubicBezTo>
                  <a:pt x="101395" y="2322904"/>
                  <a:pt x="202791" y="2322905"/>
                  <a:pt x="302342" y="2293408"/>
                </a:cubicBezTo>
                <a:cubicBezTo>
                  <a:pt x="401893" y="2263911"/>
                  <a:pt x="474406" y="2246705"/>
                  <a:pt x="597309" y="2145924"/>
                </a:cubicBezTo>
                <a:cubicBezTo>
                  <a:pt x="720212" y="2045143"/>
                  <a:pt x="904567" y="1879224"/>
                  <a:pt x="1039761" y="1688724"/>
                </a:cubicBezTo>
                <a:cubicBezTo>
                  <a:pt x="1174955" y="1498224"/>
                  <a:pt x="1276965" y="1251188"/>
                  <a:pt x="1408471" y="1002924"/>
                </a:cubicBezTo>
                <a:cubicBezTo>
                  <a:pt x="1539977" y="754660"/>
                  <a:pt x="1713271" y="366285"/>
                  <a:pt x="1828800" y="199137"/>
                </a:cubicBezTo>
                <a:cubicBezTo>
                  <a:pt x="1944329" y="31989"/>
                  <a:pt x="2016842" y="-1196"/>
                  <a:pt x="2101645" y="33"/>
                </a:cubicBezTo>
                <a:cubicBezTo>
                  <a:pt x="2186448" y="1262"/>
                  <a:pt x="2233151" y="45508"/>
                  <a:pt x="2337619" y="206511"/>
                </a:cubicBezTo>
                <a:cubicBezTo>
                  <a:pt x="2442087" y="367514"/>
                  <a:pt x="2587112" y="700581"/>
                  <a:pt x="2728451" y="966052"/>
                </a:cubicBezTo>
                <a:cubicBezTo>
                  <a:pt x="2869790" y="1231523"/>
                  <a:pt x="3041347" y="1596581"/>
                  <a:pt x="3185651" y="1799337"/>
                </a:cubicBezTo>
                <a:cubicBezTo>
                  <a:pt x="3329955" y="2002093"/>
                  <a:pt x="3465084" y="2099433"/>
                  <a:pt x="3594275" y="2182586"/>
                </a:cubicBezTo>
                <a:cubicBezTo>
                  <a:pt x="3723466" y="2265739"/>
                  <a:pt x="3847005" y="2276097"/>
                  <a:pt x="3960798" y="2298254"/>
                </a:cubicBezTo>
                <a:cubicBezTo>
                  <a:pt x="4074591" y="2320411"/>
                  <a:pt x="4145525" y="2322289"/>
                  <a:pt x="4277032" y="2315530"/>
                </a:cubicBez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D93E1D99-E594-269C-47C5-06C90F851F11}"/>
                  </a:ext>
                </a:extLst>
              </p:cNvPr>
              <p:cNvSpPr txBox="1"/>
              <p:nvPr/>
            </p:nvSpPr>
            <p:spPr>
              <a:xfrm>
                <a:off x="9118902" y="5438254"/>
                <a:ext cx="242684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dirty="0" err="1">
                    <a:solidFill>
                      <a:srgbClr val="00B0F0"/>
                    </a:solidFill>
                  </a:rPr>
                  <a:t>Theoretical</a:t>
                </a:r>
                <a:r>
                  <a:rPr lang="de-DE" sz="1800" b="0" dirty="0">
                    <a:solidFill>
                      <a:srgbClr val="00B0F0"/>
                    </a:solidFill>
                  </a:rPr>
                  <a:t> </a:t>
                </a:r>
                <a:r>
                  <a:rPr lang="de-DE" sz="1800" b="0" dirty="0" err="1">
                    <a:solidFill>
                      <a:srgbClr val="00B0F0"/>
                    </a:solidFill>
                  </a:rPr>
                  <a:t>binomial</a:t>
                </a:r>
                <a:r>
                  <a:rPr lang="de-DE" sz="1800" b="0" dirty="0">
                    <a:solidFill>
                      <a:srgbClr val="00B0F0"/>
                    </a:solidFill>
                  </a:rPr>
                  <a:t> </a:t>
                </a:r>
                <a:r>
                  <a:rPr lang="de-DE" sz="1800" b="0" dirty="0" err="1">
                    <a:solidFill>
                      <a:srgbClr val="00B0F0"/>
                    </a:solidFill>
                  </a:rPr>
                  <a:t>distribution</a:t>
                </a:r>
                <a:r>
                  <a:rPr lang="de-DE" sz="1800" b="0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1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D93E1D99-E594-269C-47C5-06C90F851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8902" y="5438254"/>
                <a:ext cx="2426849" cy="646331"/>
              </a:xfrm>
              <a:prstGeom prst="rect">
                <a:avLst/>
              </a:prstGeom>
              <a:blipFill>
                <a:blip r:embed="rId3"/>
                <a:stretch>
                  <a:fillRect l="-2261" t="-4717" b="-1415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668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715F4BE5-168A-38AC-3DE3-DDDB0FCA3C63}"/>
              </a:ext>
            </a:extLst>
          </p:cNvPr>
          <p:cNvGrpSpPr/>
          <p:nvPr/>
        </p:nvGrpSpPr>
        <p:grpSpPr>
          <a:xfrm>
            <a:off x="2150025" y="1036752"/>
            <a:ext cx="3009558" cy="3652236"/>
            <a:chOff x="3192781" y="154578"/>
            <a:chExt cx="5638800" cy="6842940"/>
          </a:xfrm>
        </p:grpSpPr>
        <p:sp>
          <p:nvSpPr>
            <p:cNvPr id="89" name="Rechteck 130">
              <a:extLst>
                <a:ext uri="{FF2B5EF4-FFF2-40B4-BE49-F238E27FC236}">
                  <a16:creationId xmlns:a16="http://schemas.microsoft.com/office/drawing/2014/main" id="{08263C50-53B2-6146-8C39-0FDBC6C14EF4}"/>
                </a:ext>
              </a:extLst>
            </p:cNvPr>
            <p:cNvSpPr/>
            <p:nvPr/>
          </p:nvSpPr>
          <p:spPr>
            <a:xfrm>
              <a:off x="3192781" y="154578"/>
              <a:ext cx="5638800" cy="6565856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  <a:scene3d>
              <a:camera prst="obliqueTopRight"/>
              <a:lightRig rig="soft" dir="t">
                <a:rot lat="0" lon="0" rev="600000"/>
              </a:lightRig>
            </a:scene3d>
            <a:sp3d>
              <a:bevelT w="165100" h="1016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Zylinder 4">
              <a:extLst>
                <a:ext uri="{FF2B5EF4-FFF2-40B4-BE49-F238E27FC236}">
                  <a16:creationId xmlns:a16="http://schemas.microsoft.com/office/drawing/2014/main" id="{5C1CA2CB-29CB-5488-DDAB-68A724F1ACE6}"/>
                </a:ext>
              </a:extLst>
            </p:cNvPr>
            <p:cNvSpPr/>
            <p:nvPr/>
          </p:nvSpPr>
          <p:spPr>
            <a:xfrm rot="12667022">
              <a:off x="5532935" y="18619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Zylinder 5">
              <a:extLst>
                <a:ext uri="{FF2B5EF4-FFF2-40B4-BE49-F238E27FC236}">
                  <a16:creationId xmlns:a16="http://schemas.microsoft.com/office/drawing/2014/main" id="{D2F568FE-D458-C5BD-A21F-C6C51D68161A}"/>
                </a:ext>
              </a:extLst>
            </p:cNvPr>
            <p:cNvSpPr/>
            <p:nvPr/>
          </p:nvSpPr>
          <p:spPr>
            <a:xfrm rot="12667022">
              <a:off x="6025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Zylinder 6">
              <a:extLst>
                <a:ext uri="{FF2B5EF4-FFF2-40B4-BE49-F238E27FC236}">
                  <a16:creationId xmlns:a16="http://schemas.microsoft.com/office/drawing/2014/main" id="{018F3975-0F4B-221F-38A6-81138360F0AF}"/>
                </a:ext>
              </a:extLst>
            </p:cNvPr>
            <p:cNvSpPr/>
            <p:nvPr/>
          </p:nvSpPr>
          <p:spPr>
            <a:xfrm rot="12667022">
              <a:off x="6529140" y="187396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Zylinder 15">
              <a:extLst>
                <a:ext uri="{FF2B5EF4-FFF2-40B4-BE49-F238E27FC236}">
                  <a16:creationId xmlns:a16="http://schemas.microsoft.com/office/drawing/2014/main" id="{402346A7-3CA8-BFD6-06F2-A5A6FB4A9A1A}"/>
                </a:ext>
              </a:extLst>
            </p:cNvPr>
            <p:cNvSpPr/>
            <p:nvPr/>
          </p:nvSpPr>
          <p:spPr>
            <a:xfrm rot="12667022">
              <a:off x="5269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Zylinder 16">
              <a:extLst>
                <a:ext uri="{FF2B5EF4-FFF2-40B4-BE49-F238E27FC236}">
                  <a16:creationId xmlns:a16="http://schemas.microsoft.com/office/drawing/2014/main" id="{F6250188-6E3D-1C03-9B6A-76ECB7908027}"/>
                </a:ext>
              </a:extLst>
            </p:cNvPr>
            <p:cNvSpPr/>
            <p:nvPr/>
          </p:nvSpPr>
          <p:spPr>
            <a:xfrm rot="12667022">
              <a:off x="5773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7" name="Zylinder 17">
              <a:extLst>
                <a:ext uri="{FF2B5EF4-FFF2-40B4-BE49-F238E27FC236}">
                  <a16:creationId xmlns:a16="http://schemas.microsoft.com/office/drawing/2014/main" id="{ECC55699-0183-8E65-DA7B-7B01879AD53D}"/>
                </a:ext>
              </a:extLst>
            </p:cNvPr>
            <p:cNvSpPr/>
            <p:nvPr/>
          </p:nvSpPr>
          <p:spPr>
            <a:xfrm rot="12667022">
              <a:off x="6277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Zylinder 18">
              <a:extLst>
                <a:ext uri="{FF2B5EF4-FFF2-40B4-BE49-F238E27FC236}">
                  <a16:creationId xmlns:a16="http://schemas.microsoft.com/office/drawing/2014/main" id="{E5B90CA9-05C1-88FC-1142-866D36BFFF38}"/>
                </a:ext>
              </a:extLst>
            </p:cNvPr>
            <p:cNvSpPr/>
            <p:nvPr/>
          </p:nvSpPr>
          <p:spPr>
            <a:xfrm rot="12667022">
              <a:off x="6781140" y="231096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Zylinder 25">
              <a:extLst>
                <a:ext uri="{FF2B5EF4-FFF2-40B4-BE49-F238E27FC236}">
                  <a16:creationId xmlns:a16="http://schemas.microsoft.com/office/drawing/2014/main" id="{71253CF5-19CF-F499-ADBA-02BED9E2C0EA}"/>
                </a:ext>
              </a:extLst>
            </p:cNvPr>
            <p:cNvSpPr/>
            <p:nvPr/>
          </p:nvSpPr>
          <p:spPr>
            <a:xfrm rot="12667022">
              <a:off x="5521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Zylinder 26">
              <a:extLst>
                <a:ext uri="{FF2B5EF4-FFF2-40B4-BE49-F238E27FC236}">
                  <a16:creationId xmlns:a16="http://schemas.microsoft.com/office/drawing/2014/main" id="{9101E185-FCB8-29A6-C876-FF0522E69EE9}"/>
                </a:ext>
              </a:extLst>
            </p:cNvPr>
            <p:cNvSpPr/>
            <p:nvPr/>
          </p:nvSpPr>
          <p:spPr>
            <a:xfrm rot="12667022">
              <a:off x="6025045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Zylinder 27">
              <a:extLst>
                <a:ext uri="{FF2B5EF4-FFF2-40B4-BE49-F238E27FC236}">
                  <a16:creationId xmlns:a16="http://schemas.microsoft.com/office/drawing/2014/main" id="{7B76CE6B-BC79-CC2C-7B1D-5C397FFA06DC}"/>
                </a:ext>
              </a:extLst>
            </p:cNvPr>
            <p:cNvSpPr/>
            <p:nvPr/>
          </p:nvSpPr>
          <p:spPr>
            <a:xfrm rot="12667022">
              <a:off x="6529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Zylinder 28">
              <a:extLst>
                <a:ext uri="{FF2B5EF4-FFF2-40B4-BE49-F238E27FC236}">
                  <a16:creationId xmlns:a16="http://schemas.microsoft.com/office/drawing/2014/main" id="{C2FAEFBE-6D7A-B9F6-6B62-0F630BCCA880}"/>
                </a:ext>
              </a:extLst>
            </p:cNvPr>
            <p:cNvSpPr/>
            <p:nvPr/>
          </p:nvSpPr>
          <p:spPr>
            <a:xfrm rot="12667022">
              <a:off x="6997642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Zylinder 33">
              <a:extLst>
                <a:ext uri="{FF2B5EF4-FFF2-40B4-BE49-F238E27FC236}">
                  <a16:creationId xmlns:a16="http://schemas.microsoft.com/office/drawing/2014/main" id="{D85A7E65-5054-264E-A387-9AEA0F7E6AD9}"/>
                </a:ext>
              </a:extLst>
            </p:cNvPr>
            <p:cNvSpPr/>
            <p:nvPr/>
          </p:nvSpPr>
          <p:spPr>
            <a:xfrm rot="12667022">
              <a:off x="5017140" y="2750430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Zylinder 35">
              <a:extLst>
                <a:ext uri="{FF2B5EF4-FFF2-40B4-BE49-F238E27FC236}">
                  <a16:creationId xmlns:a16="http://schemas.microsoft.com/office/drawing/2014/main" id="{FBD217D6-D345-A7E0-247E-05328A4DECA1}"/>
                </a:ext>
              </a:extLst>
            </p:cNvPr>
            <p:cNvSpPr/>
            <p:nvPr/>
          </p:nvSpPr>
          <p:spPr>
            <a:xfrm rot="12667022">
              <a:off x="5269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Zylinder 36">
              <a:extLst>
                <a:ext uri="{FF2B5EF4-FFF2-40B4-BE49-F238E27FC236}">
                  <a16:creationId xmlns:a16="http://schemas.microsoft.com/office/drawing/2014/main" id="{5F607B06-2C8E-4CB3-6F23-9D3462683728}"/>
                </a:ext>
              </a:extLst>
            </p:cNvPr>
            <p:cNvSpPr/>
            <p:nvPr/>
          </p:nvSpPr>
          <p:spPr>
            <a:xfrm rot="12667022">
              <a:off x="5773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Zylinder 37">
              <a:extLst>
                <a:ext uri="{FF2B5EF4-FFF2-40B4-BE49-F238E27FC236}">
                  <a16:creationId xmlns:a16="http://schemas.microsoft.com/office/drawing/2014/main" id="{057D93A5-77FA-42F0-C164-2EFD6E78F83C}"/>
                </a:ext>
              </a:extLst>
            </p:cNvPr>
            <p:cNvSpPr/>
            <p:nvPr/>
          </p:nvSpPr>
          <p:spPr>
            <a:xfrm rot="12667022">
              <a:off x="6277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Zylinder 38">
              <a:extLst>
                <a:ext uri="{FF2B5EF4-FFF2-40B4-BE49-F238E27FC236}">
                  <a16:creationId xmlns:a16="http://schemas.microsoft.com/office/drawing/2014/main" id="{477D938B-1E4B-046B-35C7-4B27DBE80B4A}"/>
                </a:ext>
              </a:extLst>
            </p:cNvPr>
            <p:cNvSpPr/>
            <p:nvPr/>
          </p:nvSpPr>
          <p:spPr>
            <a:xfrm rot="12667022">
              <a:off x="6781140" y="317720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Zylinder 39">
              <a:extLst>
                <a:ext uri="{FF2B5EF4-FFF2-40B4-BE49-F238E27FC236}">
                  <a16:creationId xmlns:a16="http://schemas.microsoft.com/office/drawing/2014/main" id="{F04C2E52-5D17-A127-BA4C-F0A47CD8AB81}"/>
                </a:ext>
              </a:extLst>
            </p:cNvPr>
            <p:cNvSpPr/>
            <p:nvPr/>
          </p:nvSpPr>
          <p:spPr>
            <a:xfrm rot="12667022">
              <a:off x="728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Zylinder 43">
              <a:extLst>
                <a:ext uri="{FF2B5EF4-FFF2-40B4-BE49-F238E27FC236}">
                  <a16:creationId xmlns:a16="http://schemas.microsoft.com/office/drawing/2014/main" id="{D5E8617D-282B-DCCF-EBA1-4AD52D254828}"/>
                </a:ext>
              </a:extLst>
            </p:cNvPr>
            <p:cNvSpPr/>
            <p:nvPr/>
          </p:nvSpPr>
          <p:spPr>
            <a:xfrm rot="12667022">
              <a:off x="4765140" y="3177206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Zylinder 45">
              <a:extLst>
                <a:ext uri="{FF2B5EF4-FFF2-40B4-BE49-F238E27FC236}">
                  <a16:creationId xmlns:a16="http://schemas.microsoft.com/office/drawing/2014/main" id="{E4800CCE-6619-071F-1DB4-8459172D6066}"/>
                </a:ext>
              </a:extLst>
            </p:cNvPr>
            <p:cNvSpPr/>
            <p:nvPr/>
          </p:nvSpPr>
          <p:spPr>
            <a:xfrm rot="12667022">
              <a:off x="5521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Zylinder 46">
              <a:extLst>
                <a:ext uri="{FF2B5EF4-FFF2-40B4-BE49-F238E27FC236}">
                  <a16:creationId xmlns:a16="http://schemas.microsoft.com/office/drawing/2014/main" id="{20F1CD15-AF59-AD9C-9571-E56E669C4256}"/>
                </a:ext>
              </a:extLst>
            </p:cNvPr>
            <p:cNvSpPr/>
            <p:nvPr/>
          </p:nvSpPr>
          <p:spPr>
            <a:xfrm rot="12667022">
              <a:off x="6025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Zylinder 47">
              <a:extLst>
                <a:ext uri="{FF2B5EF4-FFF2-40B4-BE49-F238E27FC236}">
                  <a16:creationId xmlns:a16="http://schemas.microsoft.com/office/drawing/2014/main" id="{8A47C2CD-C493-F398-B346-1AADD170FA8E}"/>
                </a:ext>
              </a:extLst>
            </p:cNvPr>
            <p:cNvSpPr/>
            <p:nvPr/>
          </p:nvSpPr>
          <p:spPr>
            <a:xfrm rot="12667022">
              <a:off x="6529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Zylinder 48">
              <a:extLst>
                <a:ext uri="{FF2B5EF4-FFF2-40B4-BE49-F238E27FC236}">
                  <a16:creationId xmlns:a16="http://schemas.microsoft.com/office/drawing/2014/main" id="{627603C7-5E99-8610-E77C-BFD6B187F4AD}"/>
                </a:ext>
              </a:extLst>
            </p:cNvPr>
            <p:cNvSpPr/>
            <p:nvPr/>
          </p:nvSpPr>
          <p:spPr>
            <a:xfrm rot="12667022">
              <a:off x="699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Zylinder 49">
              <a:extLst>
                <a:ext uri="{FF2B5EF4-FFF2-40B4-BE49-F238E27FC236}">
                  <a16:creationId xmlns:a16="http://schemas.microsoft.com/office/drawing/2014/main" id="{CDF2201B-CCF3-04CA-360C-853A6886530E}"/>
                </a:ext>
              </a:extLst>
            </p:cNvPr>
            <p:cNvSpPr/>
            <p:nvPr/>
          </p:nvSpPr>
          <p:spPr>
            <a:xfrm rot="12667022">
              <a:off x="7456371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Zylinder 52">
              <a:extLst>
                <a:ext uri="{FF2B5EF4-FFF2-40B4-BE49-F238E27FC236}">
                  <a16:creationId xmlns:a16="http://schemas.microsoft.com/office/drawing/2014/main" id="{FD01470F-6A80-BD57-3078-7C568F0EBC44}"/>
                </a:ext>
              </a:extLst>
            </p:cNvPr>
            <p:cNvSpPr/>
            <p:nvPr/>
          </p:nvSpPr>
          <p:spPr>
            <a:xfrm rot="12667022">
              <a:off x="4528762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Zylinder 53">
              <a:extLst>
                <a:ext uri="{FF2B5EF4-FFF2-40B4-BE49-F238E27FC236}">
                  <a16:creationId xmlns:a16="http://schemas.microsoft.com/office/drawing/2014/main" id="{8A571473-A783-E811-85C8-98D5AEFEA064}"/>
                </a:ext>
              </a:extLst>
            </p:cNvPr>
            <p:cNvSpPr/>
            <p:nvPr/>
          </p:nvSpPr>
          <p:spPr>
            <a:xfrm rot="12667022">
              <a:off x="5017140" y="359333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Zylinder 55">
              <a:extLst>
                <a:ext uri="{FF2B5EF4-FFF2-40B4-BE49-F238E27FC236}">
                  <a16:creationId xmlns:a16="http://schemas.microsoft.com/office/drawing/2014/main" id="{5D1D414F-04AB-8C46-43B3-C181A75D9571}"/>
                </a:ext>
              </a:extLst>
            </p:cNvPr>
            <p:cNvSpPr/>
            <p:nvPr/>
          </p:nvSpPr>
          <p:spPr>
            <a:xfrm rot="12667022">
              <a:off x="577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Zylinder 56">
              <a:extLst>
                <a:ext uri="{FF2B5EF4-FFF2-40B4-BE49-F238E27FC236}">
                  <a16:creationId xmlns:a16="http://schemas.microsoft.com/office/drawing/2014/main" id="{01ACB3E1-7377-638B-D353-5CEA1EE01BEC}"/>
                </a:ext>
              </a:extLst>
            </p:cNvPr>
            <p:cNvSpPr/>
            <p:nvPr/>
          </p:nvSpPr>
          <p:spPr>
            <a:xfrm rot="12667022">
              <a:off x="6277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Zylinder 57">
              <a:extLst>
                <a:ext uri="{FF2B5EF4-FFF2-40B4-BE49-F238E27FC236}">
                  <a16:creationId xmlns:a16="http://schemas.microsoft.com/office/drawing/2014/main" id="{35FFBDAA-8FFA-C0A9-2673-41E50EA552F2}"/>
                </a:ext>
              </a:extLst>
            </p:cNvPr>
            <p:cNvSpPr/>
            <p:nvPr/>
          </p:nvSpPr>
          <p:spPr>
            <a:xfrm rot="12667022">
              <a:off x="6781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Zylinder 58">
              <a:extLst>
                <a:ext uri="{FF2B5EF4-FFF2-40B4-BE49-F238E27FC236}">
                  <a16:creationId xmlns:a16="http://schemas.microsoft.com/office/drawing/2014/main" id="{E5F40778-EB8F-951C-53F5-0EB042B3078F}"/>
                </a:ext>
              </a:extLst>
            </p:cNvPr>
            <p:cNvSpPr/>
            <p:nvPr/>
          </p:nvSpPr>
          <p:spPr>
            <a:xfrm rot="12667022">
              <a:off x="728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7" name="Zylinder 59">
              <a:extLst>
                <a:ext uri="{FF2B5EF4-FFF2-40B4-BE49-F238E27FC236}">
                  <a16:creationId xmlns:a16="http://schemas.microsoft.com/office/drawing/2014/main" id="{84E11B5C-0330-49C4-1D2E-C67B4F7C7237}"/>
                </a:ext>
              </a:extLst>
            </p:cNvPr>
            <p:cNvSpPr/>
            <p:nvPr/>
          </p:nvSpPr>
          <p:spPr>
            <a:xfrm rot="12667022">
              <a:off x="7753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Zylinder 61">
              <a:extLst>
                <a:ext uri="{FF2B5EF4-FFF2-40B4-BE49-F238E27FC236}">
                  <a16:creationId xmlns:a16="http://schemas.microsoft.com/office/drawing/2014/main" id="{EBA2C928-81CD-838F-814E-285DC95C2738}"/>
                </a:ext>
              </a:extLst>
            </p:cNvPr>
            <p:cNvSpPr/>
            <p:nvPr/>
          </p:nvSpPr>
          <p:spPr>
            <a:xfrm rot="12667022">
              <a:off x="4257879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Zylinder 62">
              <a:extLst>
                <a:ext uri="{FF2B5EF4-FFF2-40B4-BE49-F238E27FC236}">
                  <a16:creationId xmlns:a16="http://schemas.microsoft.com/office/drawing/2014/main" id="{F7C602B6-A465-1C50-8B95-3A7AF15801B0}"/>
                </a:ext>
              </a:extLst>
            </p:cNvPr>
            <p:cNvSpPr/>
            <p:nvPr/>
          </p:nvSpPr>
          <p:spPr>
            <a:xfrm rot="12667022">
              <a:off x="4765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Zylinder 63">
              <a:extLst>
                <a:ext uri="{FF2B5EF4-FFF2-40B4-BE49-F238E27FC236}">
                  <a16:creationId xmlns:a16="http://schemas.microsoft.com/office/drawing/2014/main" id="{E509C0B5-A250-E1A9-D8E6-DC48A610B1ED}"/>
                </a:ext>
              </a:extLst>
            </p:cNvPr>
            <p:cNvSpPr/>
            <p:nvPr/>
          </p:nvSpPr>
          <p:spPr>
            <a:xfrm rot="12667022">
              <a:off x="5269140" y="4011983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Zylinder 65">
              <a:extLst>
                <a:ext uri="{FF2B5EF4-FFF2-40B4-BE49-F238E27FC236}">
                  <a16:creationId xmlns:a16="http://schemas.microsoft.com/office/drawing/2014/main" id="{4F08D6FC-B7F0-4F73-9632-0D97810B8214}"/>
                </a:ext>
              </a:extLst>
            </p:cNvPr>
            <p:cNvSpPr/>
            <p:nvPr/>
          </p:nvSpPr>
          <p:spPr>
            <a:xfrm rot="12667022">
              <a:off x="5521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Zylinder 66">
              <a:extLst>
                <a:ext uri="{FF2B5EF4-FFF2-40B4-BE49-F238E27FC236}">
                  <a16:creationId xmlns:a16="http://schemas.microsoft.com/office/drawing/2014/main" id="{8F920E0D-6C0F-518B-886C-A73DC108E4B3}"/>
                </a:ext>
              </a:extLst>
            </p:cNvPr>
            <p:cNvSpPr/>
            <p:nvPr/>
          </p:nvSpPr>
          <p:spPr>
            <a:xfrm rot="12667022">
              <a:off x="6025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Zylinder 67">
              <a:extLst>
                <a:ext uri="{FF2B5EF4-FFF2-40B4-BE49-F238E27FC236}">
                  <a16:creationId xmlns:a16="http://schemas.microsoft.com/office/drawing/2014/main" id="{CE96371D-9F92-F8AB-5D52-0A67B574CFE6}"/>
                </a:ext>
              </a:extLst>
            </p:cNvPr>
            <p:cNvSpPr/>
            <p:nvPr/>
          </p:nvSpPr>
          <p:spPr>
            <a:xfrm rot="12667022">
              <a:off x="6529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Zylinder 68">
              <a:extLst>
                <a:ext uri="{FF2B5EF4-FFF2-40B4-BE49-F238E27FC236}">
                  <a16:creationId xmlns:a16="http://schemas.microsoft.com/office/drawing/2014/main" id="{9886D49E-50BC-ED73-AD60-CE48692C50ED}"/>
                </a:ext>
              </a:extLst>
            </p:cNvPr>
            <p:cNvSpPr/>
            <p:nvPr/>
          </p:nvSpPr>
          <p:spPr>
            <a:xfrm rot="12667022">
              <a:off x="699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Zylinder 69">
              <a:extLst>
                <a:ext uri="{FF2B5EF4-FFF2-40B4-BE49-F238E27FC236}">
                  <a16:creationId xmlns:a16="http://schemas.microsoft.com/office/drawing/2014/main" id="{0507F283-D45B-B64D-9183-6260E2C7C978}"/>
                </a:ext>
              </a:extLst>
            </p:cNvPr>
            <p:cNvSpPr/>
            <p:nvPr/>
          </p:nvSpPr>
          <p:spPr>
            <a:xfrm rot="12667022">
              <a:off x="7464604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Zylinder 70">
              <a:extLst>
                <a:ext uri="{FF2B5EF4-FFF2-40B4-BE49-F238E27FC236}">
                  <a16:creationId xmlns:a16="http://schemas.microsoft.com/office/drawing/2014/main" id="{11AE7EB3-9127-2527-47E7-755A6CC9227F}"/>
                </a:ext>
              </a:extLst>
            </p:cNvPr>
            <p:cNvSpPr/>
            <p:nvPr/>
          </p:nvSpPr>
          <p:spPr>
            <a:xfrm rot="12667022">
              <a:off x="795317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Zylinder 71">
              <a:extLst>
                <a:ext uri="{FF2B5EF4-FFF2-40B4-BE49-F238E27FC236}">
                  <a16:creationId xmlns:a16="http://schemas.microsoft.com/office/drawing/2014/main" id="{6EE88C3A-32B7-052E-D18A-AAC9E7FB13C9}"/>
                </a:ext>
              </a:extLst>
            </p:cNvPr>
            <p:cNvSpPr/>
            <p:nvPr/>
          </p:nvSpPr>
          <p:spPr>
            <a:xfrm rot="12667022">
              <a:off x="4056851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Zylinder 72">
              <a:extLst>
                <a:ext uri="{FF2B5EF4-FFF2-40B4-BE49-F238E27FC236}">
                  <a16:creationId xmlns:a16="http://schemas.microsoft.com/office/drawing/2014/main" id="{0900F182-DDD6-C247-337B-24BD94FAB805}"/>
                </a:ext>
              </a:extLst>
            </p:cNvPr>
            <p:cNvSpPr/>
            <p:nvPr/>
          </p:nvSpPr>
          <p:spPr>
            <a:xfrm rot="12667022">
              <a:off x="4536995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Zylinder 73">
              <a:extLst>
                <a:ext uri="{FF2B5EF4-FFF2-40B4-BE49-F238E27FC236}">
                  <a16:creationId xmlns:a16="http://schemas.microsoft.com/office/drawing/2014/main" id="{503B0B15-C1DD-7D03-6A7D-9E4CB47626F4}"/>
                </a:ext>
              </a:extLst>
            </p:cNvPr>
            <p:cNvSpPr/>
            <p:nvPr/>
          </p:nvSpPr>
          <p:spPr>
            <a:xfrm rot="12667022">
              <a:off x="5017140" y="4435095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Flussdiagramm: Manuelle Verarbeitung 95">
              <a:extLst>
                <a:ext uri="{FF2B5EF4-FFF2-40B4-BE49-F238E27FC236}">
                  <a16:creationId xmlns:a16="http://schemas.microsoft.com/office/drawing/2014/main" id="{EC6B1C1B-2DA7-1096-E188-02E1376C86EF}"/>
                </a:ext>
              </a:extLst>
            </p:cNvPr>
            <p:cNvSpPr/>
            <p:nvPr/>
          </p:nvSpPr>
          <p:spPr>
            <a:xfrm>
              <a:off x="4962000" y="384907"/>
              <a:ext cx="2268000" cy="118793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6859 w 10000"/>
                <a:gd name="connsiteY2" fmla="*/ 9890 h 10000"/>
                <a:gd name="connsiteX3" fmla="*/ 3177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6859" y="9890"/>
                  </a:lnTo>
                  <a:lnTo>
                    <a:pt x="3177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  <a:effectLst/>
            <a:scene3d>
              <a:camera prst="obliqueTopRight"/>
              <a:lightRig rig="soft" dir="t"/>
            </a:scene3d>
            <a:sp3d prstMaterial="clear">
              <a:bevelT w="177800" h="635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0" name="Ellipse 104">
              <a:extLst>
                <a:ext uri="{FF2B5EF4-FFF2-40B4-BE49-F238E27FC236}">
                  <a16:creationId xmlns:a16="http://schemas.microsoft.com/office/drawing/2014/main" id="{A3A7A090-B8C9-BB44-ECB9-ABAFF7C5B462}"/>
                </a:ext>
              </a:extLst>
            </p:cNvPr>
            <p:cNvSpPr/>
            <p:nvPr/>
          </p:nvSpPr>
          <p:spPr>
            <a:xfrm>
              <a:off x="5891220" y="635956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Zylinder 132">
              <a:extLst>
                <a:ext uri="{FF2B5EF4-FFF2-40B4-BE49-F238E27FC236}">
                  <a16:creationId xmlns:a16="http://schemas.microsoft.com/office/drawing/2014/main" id="{BC4037D3-E3F9-8F59-CD17-BDDEACE5096C}"/>
                </a:ext>
              </a:extLst>
            </p:cNvPr>
            <p:cNvSpPr/>
            <p:nvPr/>
          </p:nvSpPr>
          <p:spPr>
            <a:xfrm rot="12667022">
              <a:off x="526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Zylinder 133">
              <a:extLst>
                <a:ext uri="{FF2B5EF4-FFF2-40B4-BE49-F238E27FC236}">
                  <a16:creationId xmlns:a16="http://schemas.microsoft.com/office/drawing/2014/main" id="{D59A1285-7C45-89ED-3A0A-C368EC564A35}"/>
                </a:ext>
              </a:extLst>
            </p:cNvPr>
            <p:cNvSpPr/>
            <p:nvPr/>
          </p:nvSpPr>
          <p:spPr>
            <a:xfrm rot="12667022">
              <a:off x="577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Zylinder 134">
              <a:extLst>
                <a:ext uri="{FF2B5EF4-FFF2-40B4-BE49-F238E27FC236}">
                  <a16:creationId xmlns:a16="http://schemas.microsoft.com/office/drawing/2014/main" id="{1B6F1998-A0DD-3061-119E-A2904A1035C3}"/>
                </a:ext>
              </a:extLst>
            </p:cNvPr>
            <p:cNvSpPr/>
            <p:nvPr/>
          </p:nvSpPr>
          <p:spPr>
            <a:xfrm rot="12667022">
              <a:off x="6277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Zylinder 135">
              <a:extLst>
                <a:ext uri="{FF2B5EF4-FFF2-40B4-BE49-F238E27FC236}">
                  <a16:creationId xmlns:a16="http://schemas.microsoft.com/office/drawing/2014/main" id="{F95C3227-18E5-7D38-EFD7-3FAB0F6799DF}"/>
                </a:ext>
              </a:extLst>
            </p:cNvPr>
            <p:cNvSpPr/>
            <p:nvPr/>
          </p:nvSpPr>
          <p:spPr>
            <a:xfrm rot="12667022">
              <a:off x="678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Zylinder 136">
              <a:extLst>
                <a:ext uri="{FF2B5EF4-FFF2-40B4-BE49-F238E27FC236}">
                  <a16:creationId xmlns:a16="http://schemas.microsoft.com/office/drawing/2014/main" id="{E8F6C11B-C5B3-21D4-B653-3B681254DD22}"/>
                </a:ext>
              </a:extLst>
            </p:cNvPr>
            <p:cNvSpPr/>
            <p:nvPr/>
          </p:nvSpPr>
          <p:spPr>
            <a:xfrm rot="12667022">
              <a:off x="728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Zylinder 137">
              <a:extLst>
                <a:ext uri="{FF2B5EF4-FFF2-40B4-BE49-F238E27FC236}">
                  <a16:creationId xmlns:a16="http://schemas.microsoft.com/office/drawing/2014/main" id="{733F8E95-6501-EBD0-B706-61A2BAC95503}"/>
                </a:ext>
              </a:extLst>
            </p:cNvPr>
            <p:cNvSpPr/>
            <p:nvPr/>
          </p:nvSpPr>
          <p:spPr>
            <a:xfrm rot="12667022">
              <a:off x="7789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Zylinder 155">
              <a:extLst>
                <a:ext uri="{FF2B5EF4-FFF2-40B4-BE49-F238E27FC236}">
                  <a16:creationId xmlns:a16="http://schemas.microsoft.com/office/drawing/2014/main" id="{297F2374-37AF-C816-2DC1-0C9AA691F171}"/>
                </a:ext>
              </a:extLst>
            </p:cNvPr>
            <p:cNvSpPr/>
            <p:nvPr/>
          </p:nvSpPr>
          <p:spPr>
            <a:xfrm rot="12667022">
              <a:off x="3757140" y="4830989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Zylinder 156">
              <a:extLst>
                <a:ext uri="{FF2B5EF4-FFF2-40B4-BE49-F238E27FC236}">
                  <a16:creationId xmlns:a16="http://schemas.microsoft.com/office/drawing/2014/main" id="{8EE28965-C901-4169-B89D-1DEEE27472D4}"/>
                </a:ext>
              </a:extLst>
            </p:cNvPr>
            <p:cNvSpPr/>
            <p:nvPr/>
          </p:nvSpPr>
          <p:spPr>
            <a:xfrm rot="12667022">
              <a:off x="4261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Zylinder 157">
              <a:extLst>
                <a:ext uri="{FF2B5EF4-FFF2-40B4-BE49-F238E27FC236}">
                  <a16:creationId xmlns:a16="http://schemas.microsoft.com/office/drawing/2014/main" id="{E2DBB03E-5EF4-CF4E-C99B-2CB5A166855D}"/>
                </a:ext>
              </a:extLst>
            </p:cNvPr>
            <p:cNvSpPr/>
            <p:nvPr/>
          </p:nvSpPr>
          <p:spPr>
            <a:xfrm rot="12667022">
              <a:off x="4765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Zylinder 159">
              <a:extLst>
                <a:ext uri="{FF2B5EF4-FFF2-40B4-BE49-F238E27FC236}">
                  <a16:creationId xmlns:a16="http://schemas.microsoft.com/office/drawing/2014/main" id="{86DB086E-003B-488C-1CB6-A8B72A356B70}"/>
                </a:ext>
              </a:extLst>
            </p:cNvPr>
            <p:cNvSpPr/>
            <p:nvPr/>
          </p:nvSpPr>
          <p:spPr>
            <a:xfrm rot="12667022">
              <a:off x="8293140" y="4830988"/>
              <a:ext cx="81801" cy="181892"/>
            </a:xfrm>
            <a:prstGeom prst="can">
              <a:avLst>
                <a:gd name="adj" fmla="val 16440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Ellipse 164">
              <a:extLst>
                <a:ext uri="{FF2B5EF4-FFF2-40B4-BE49-F238E27FC236}">
                  <a16:creationId xmlns:a16="http://schemas.microsoft.com/office/drawing/2014/main" id="{EED44839-DAD0-4A46-D98D-27B643644A5B}"/>
                </a:ext>
              </a:extLst>
            </p:cNvPr>
            <p:cNvSpPr/>
            <p:nvPr/>
          </p:nvSpPr>
          <p:spPr>
            <a:xfrm>
              <a:off x="5898826" y="606263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Ellipse 165">
              <a:extLst>
                <a:ext uri="{FF2B5EF4-FFF2-40B4-BE49-F238E27FC236}">
                  <a16:creationId xmlns:a16="http://schemas.microsoft.com/office/drawing/2014/main" id="{FB83819C-0585-E2E6-F0B3-183F6EDEEDCF}"/>
                </a:ext>
              </a:extLst>
            </p:cNvPr>
            <p:cNvSpPr/>
            <p:nvPr/>
          </p:nvSpPr>
          <p:spPr>
            <a:xfrm>
              <a:off x="5898826" y="576872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Ellipse 166">
              <a:extLst>
                <a:ext uri="{FF2B5EF4-FFF2-40B4-BE49-F238E27FC236}">
                  <a16:creationId xmlns:a16="http://schemas.microsoft.com/office/drawing/2014/main" id="{D9180D5A-2EA6-C52E-5756-EEE9E0051680}"/>
                </a:ext>
              </a:extLst>
            </p:cNvPr>
            <p:cNvSpPr/>
            <p:nvPr/>
          </p:nvSpPr>
          <p:spPr>
            <a:xfrm>
              <a:off x="5891135" y="547716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Ellipse 167">
              <a:extLst>
                <a:ext uri="{FF2B5EF4-FFF2-40B4-BE49-F238E27FC236}">
                  <a16:creationId xmlns:a16="http://schemas.microsoft.com/office/drawing/2014/main" id="{B3610CC3-F828-5ADE-08A5-735DF52820C6}"/>
                </a:ext>
              </a:extLst>
            </p:cNvPr>
            <p:cNvSpPr/>
            <p:nvPr/>
          </p:nvSpPr>
          <p:spPr>
            <a:xfrm>
              <a:off x="5891135" y="51832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Ellipse 168">
              <a:extLst>
                <a:ext uri="{FF2B5EF4-FFF2-40B4-BE49-F238E27FC236}">
                  <a16:creationId xmlns:a16="http://schemas.microsoft.com/office/drawing/2014/main" id="{0C91F00F-8072-BAFF-575F-75A196B8D12A}"/>
                </a:ext>
              </a:extLst>
            </p:cNvPr>
            <p:cNvSpPr/>
            <p:nvPr/>
          </p:nvSpPr>
          <p:spPr>
            <a:xfrm>
              <a:off x="5413310" y="635651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Ellipse 169">
              <a:extLst>
                <a:ext uri="{FF2B5EF4-FFF2-40B4-BE49-F238E27FC236}">
                  <a16:creationId xmlns:a16="http://schemas.microsoft.com/office/drawing/2014/main" id="{9211EF11-8768-B6D4-8FA4-0CCB868EF716}"/>
                </a:ext>
              </a:extLst>
            </p:cNvPr>
            <p:cNvSpPr/>
            <p:nvPr/>
          </p:nvSpPr>
          <p:spPr>
            <a:xfrm>
              <a:off x="5405619" y="606495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Ellipse 170">
              <a:extLst>
                <a:ext uri="{FF2B5EF4-FFF2-40B4-BE49-F238E27FC236}">
                  <a16:creationId xmlns:a16="http://schemas.microsoft.com/office/drawing/2014/main" id="{943B44A6-4309-BAAA-D446-777E6B8F4D5A}"/>
                </a:ext>
              </a:extLst>
            </p:cNvPr>
            <p:cNvSpPr/>
            <p:nvPr/>
          </p:nvSpPr>
          <p:spPr>
            <a:xfrm>
              <a:off x="5405619" y="577104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Ellipse 171">
              <a:extLst>
                <a:ext uri="{FF2B5EF4-FFF2-40B4-BE49-F238E27FC236}">
                  <a16:creationId xmlns:a16="http://schemas.microsoft.com/office/drawing/2014/main" id="{AB55BDD3-ADF8-12D6-2224-2C3B2216D1C3}"/>
                </a:ext>
              </a:extLst>
            </p:cNvPr>
            <p:cNvSpPr/>
            <p:nvPr/>
          </p:nvSpPr>
          <p:spPr>
            <a:xfrm>
              <a:off x="6367545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Ellipse 172">
              <a:extLst>
                <a:ext uri="{FF2B5EF4-FFF2-40B4-BE49-F238E27FC236}">
                  <a16:creationId xmlns:a16="http://schemas.microsoft.com/office/drawing/2014/main" id="{A2EBE43D-8CC1-382C-7AB2-1EC99C85BFF4}"/>
                </a:ext>
              </a:extLst>
            </p:cNvPr>
            <p:cNvSpPr/>
            <p:nvPr/>
          </p:nvSpPr>
          <p:spPr>
            <a:xfrm>
              <a:off x="6359854" y="60355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Ellipse 173">
              <a:extLst>
                <a:ext uri="{FF2B5EF4-FFF2-40B4-BE49-F238E27FC236}">
                  <a16:creationId xmlns:a16="http://schemas.microsoft.com/office/drawing/2014/main" id="{CFD1482B-401C-6F91-2357-76C8D8BFB227}"/>
                </a:ext>
              </a:extLst>
            </p:cNvPr>
            <p:cNvSpPr/>
            <p:nvPr/>
          </p:nvSpPr>
          <p:spPr>
            <a:xfrm>
              <a:off x="6359854" y="574159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Ellipse 174">
              <a:extLst>
                <a:ext uri="{FF2B5EF4-FFF2-40B4-BE49-F238E27FC236}">
                  <a16:creationId xmlns:a16="http://schemas.microsoft.com/office/drawing/2014/main" id="{46860322-0E26-98D2-C958-EAE95B36A0F3}"/>
                </a:ext>
              </a:extLst>
            </p:cNvPr>
            <p:cNvSpPr/>
            <p:nvPr/>
          </p:nvSpPr>
          <p:spPr>
            <a:xfrm>
              <a:off x="6358319" y="54438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Ellipse 175">
              <a:extLst>
                <a:ext uri="{FF2B5EF4-FFF2-40B4-BE49-F238E27FC236}">
                  <a16:creationId xmlns:a16="http://schemas.microsoft.com/office/drawing/2014/main" id="{95644453-C145-751B-D766-567D5E12C8CC}"/>
                </a:ext>
              </a:extLst>
            </p:cNvPr>
            <p:cNvSpPr/>
            <p:nvPr/>
          </p:nvSpPr>
          <p:spPr>
            <a:xfrm>
              <a:off x="6857541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Ellipse 176">
              <a:extLst>
                <a:ext uri="{FF2B5EF4-FFF2-40B4-BE49-F238E27FC236}">
                  <a16:creationId xmlns:a16="http://schemas.microsoft.com/office/drawing/2014/main" id="{F32E1D91-23A0-D06A-E708-44B0B1F18CD2}"/>
                </a:ext>
              </a:extLst>
            </p:cNvPr>
            <p:cNvSpPr/>
            <p:nvPr/>
          </p:nvSpPr>
          <p:spPr>
            <a:xfrm>
              <a:off x="6856006" y="60403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Ellipse 177">
              <a:extLst>
                <a:ext uri="{FF2B5EF4-FFF2-40B4-BE49-F238E27FC236}">
                  <a16:creationId xmlns:a16="http://schemas.microsoft.com/office/drawing/2014/main" id="{5C15C889-25F6-9E77-2D67-44DE53A12819}"/>
                </a:ext>
              </a:extLst>
            </p:cNvPr>
            <p:cNvSpPr/>
            <p:nvPr/>
          </p:nvSpPr>
          <p:spPr>
            <a:xfrm>
              <a:off x="4892463" y="633813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Ellipse 178">
              <a:extLst>
                <a:ext uri="{FF2B5EF4-FFF2-40B4-BE49-F238E27FC236}">
                  <a16:creationId xmlns:a16="http://schemas.microsoft.com/office/drawing/2014/main" id="{E148CE8B-A052-A537-BDAC-3677FB9CFAF7}"/>
                </a:ext>
              </a:extLst>
            </p:cNvPr>
            <p:cNvSpPr/>
            <p:nvPr/>
          </p:nvSpPr>
          <p:spPr>
            <a:xfrm>
              <a:off x="4890871" y="60437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Ellipse 179">
              <a:extLst>
                <a:ext uri="{FF2B5EF4-FFF2-40B4-BE49-F238E27FC236}">
                  <a16:creationId xmlns:a16="http://schemas.microsoft.com/office/drawing/2014/main" id="{D02551A5-623E-7E00-ABE8-14A86FD74589}"/>
                </a:ext>
              </a:extLst>
            </p:cNvPr>
            <p:cNvSpPr/>
            <p:nvPr/>
          </p:nvSpPr>
          <p:spPr>
            <a:xfrm>
              <a:off x="6856006" y="57507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Ellipse 180">
              <a:extLst>
                <a:ext uri="{FF2B5EF4-FFF2-40B4-BE49-F238E27FC236}">
                  <a16:creationId xmlns:a16="http://schemas.microsoft.com/office/drawing/2014/main" id="{1FF32852-F5E1-06B9-2AE5-AC822B1FE880}"/>
                </a:ext>
              </a:extLst>
            </p:cNvPr>
            <p:cNvSpPr/>
            <p:nvPr/>
          </p:nvSpPr>
          <p:spPr>
            <a:xfrm>
              <a:off x="4393558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Ellipse 181">
              <a:extLst>
                <a:ext uri="{FF2B5EF4-FFF2-40B4-BE49-F238E27FC236}">
                  <a16:creationId xmlns:a16="http://schemas.microsoft.com/office/drawing/2014/main" id="{39529583-1355-4179-7A79-654053C3FCCF}"/>
                </a:ext>
              </a:extLst>
            </p:cNvPr>
            <p:cNvSpPr/>
            <p:nvPr/>
          </p:nvSpPr>
          <p:spPr>
            <a:xfrm>
              <a:off x="7366274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Ellipse 182">
              <a:extLst>
                <a:ext uri="{FF2B5EF4-FFF2-40B4-BE49-F238E27FC236}">
                  <a16:creationId xmlns:a16="http://schemas.microsoft.com/office/drawing/2014/main" id="{CD174F85-C525-512C-5F3E-B498855DD712}"/>
                </a:ext>
              </a:extLst>
            </p:cNvPr>
            <p:cNvSpPr/>
            <p:nvPr/>
          </p:nvSpPr>
          <p:spPr>
            <a:xfrm>
              <a:off x="7865022" y="632706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Ellipse 187">
              <a:extLst>
                <a:ext uri="{FF2B5EF4-FFF2-40B4-BE49-F238E27FC236}">
                  <a16:creationId xmlns:a16="http://schemas.microsoft.com/office/drawing/2014/main" id="{75584A94-F91C-65C8-88A8-3F67048DB4BC}"/>
                </a:ext>
              </a:extLst>
            </p:cNvPr>
            <p:cNvSpPr/>
            <p:nvPr/>
          </p:nvSpPr>
          <p:spPr>
            <a:xfrm>
              <a:off x="5698932" y="7757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Ellipse 188">
              <a:extLst>
                <a:ext uri="{FF2B5EF4-FFF2-40B4-BE49-F238E27FC236}">
                  <a16:creationId xmlns:a16="http://schemas.microsoft.com/office/drawing/2014/main" id="{19E9231D-A903-81BF-9736-8EDA7FBFA7CD}"/>
                </a:ext>
              </a:extLst>
            </p:cNvPr>
            <p:cNvSpPr/>
            <p:nvPr/>
          </p:nvSpPr>
          <p:spPr>
            <a:xfrm>
              <a:off x="5673057" y="121228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Ellipse 189">
              <a:extLst>
                <a:ext uri="{FF2B5EF4-FFF2-40B4-BE49-F238E27FC236}">
                  <a16:creationId xmlns:a16="http://schemas.microsoft.com/office/drawing/2014/main" id="{EA6DB3EA-E160-57BB-B0BD-F636001EB5BF}"/>
                </a:ext>
              </a:extLst>
            </p:cNvPr>
            <p:cNvSpPr/>
            <p:nvPr/>
          </p:nvSpPr>
          <p:spPr>
            <a:xfrm>
              <a:off x="6267909" y="1232553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90">
              <a:extLst>
                <a:ext uri="{FF2B5EF4-FFF2-40B4-BE49-F238E27FC236}">
                  <a16:creationId xmlns:a16="http://schemas.microsoft.com/office/drawing/2014/main" id="{5ACB51E1-806B-38B5-144F-9818EAA347E8}"/>
                </a:ext>
              </a:extLst>
            </p:cNvPr>
            <p:cNvSpPr/>
            <p:nvPr/>
          </p:nvSpPr>
          <p:spPr>
            <a:xfrm>
              <a:off x="5978836" y="1239325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91">
              <a:extLst>
                <a:ext uri="{FF2B5EF4-FFF2-40B4-BE49-F238E27FC236}">
                  <a16:creationId xmlns:a16="http://schemas.microsoft.com/office/drawing/2014/main" id="{20139CF2-C301-5678-2770-6503E12BC565}"/>
                </a:ext>
              </a:extLst>
            </p:cNvPr>
            <p:cNvSpPr/>
            <p:nvPr/>
          </p:nvSpPr>
          <p:spPr>
            <a:xfrm>
              <a:off x="6016599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92">
              <a:extLst>
                <a:ext uri="{FF2B5EF4-FFF2-40B4-BE49-F238E27FC236}">
                  <a16:creationId xmlns:a16="http://schemas.microsoft.com/office/drawing/2014/main" id="{F098DB73-E20E-7B0F-C450-30D17C4E14E9}"/>
                </a:ext>
              </a:extLst>
            </p:cNvPr>
            <p:cNvSpPr/>
            <p:nvPr/>
          </p:nvSpPr>
          <p:spPr>
            <a:xfrm>
              <a:off x="6160658" y="96101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93">
              <a:extLst>
                <a:ext uri="{FF2B5EF4-FFF2-40B4-BE49-F238E27FC236}">
                  <a16:creationId xmlns:a16="http://schemas.microsoft.com/office/drawing/2014/main" id="{5FF55489-7683-C2CE-B54A-6E1BC4590B3F}"/>
                </a:ext>
              </a:extLst>
            </p:cNvPr>
            <p:cNvSpPr/>
            <p:nvPr/>
          </p:nvSpPr>
          <p:spPr>
            <a:xfrm>
              <a:off x="5533396" y="9549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194">
              <a:extLst>
                <a:ext uri="{FF2B5EF4-FFF2-40B4-BE49-F238E27FC236}">
                  <a16:creationId xmlns:a16="http://schemas.microsoft.com/office/drawing/2014/main" id="{A460F855-177B-01C2-82B5-731EF2FDE318}"/>
                </a:ext>
              </a:extLst>
            </p:cNvPr>
            <p:cNvSpPr/>
            <p:nvPr/>
          </p:nvSpPr>
          <p:spPr>
            <a:xfrm>
              <a:off x="6336770" y="74303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Ellipse 195">
              <a:extLst>
                <a:ext uri="{FF2B5EF4-FFF2-40B4-BE49-F238E27FC236}">
                  <a16:creationId xmlns:a16="http://schemas.microsoft.com/office/drawing/2014/main" id="{C5A217D5-B4C7-7E66-3A82-FF342DBC97FD}"/>
                </a:ext>
              </a:extLst>
            </p:cNvPr>
            <p:cNvSpPr/>
            <p:nvPr/>
          </p:nvSpPr>
          <p:spPr>
            <a:xfrm>
              <a:off x="5852458" y="97378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Ellipse 196">
              <a:extLst>
                <a:ext uri="{FF2B5EF4-FFF2-40B4-BE49-F238E27FC236}">
                  <a16:creationId xmlns:a16="http://schemas.microsoft.com/office/drawing/2014/main" id="{5ADC812B-B12B-A262-247C-788781CB1F34}"/>
                </a:ext>
              </a:extLst>
            </p:cNvPr>
            <p:cNvSpPr/>
            <p:nvPr/>
          </p:nvSpPr>
          <p:spPr>
            <a:xfrm>
              <a:off x="6616570" y="68270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Ellipse 197">
              <a:extLst>
                <a:ext uri="{FF2B5EF4-FFF2-40B4-BE49-F238E27FC236}">
                  <a16:creationId xmlns:a16="http://schemas.microsoft.com/office/drawing/2014/main" id="{5B3A877F-55DB-DBFA-9E04-D8033EE39FC1}"/>
                </a:ext>
              </a:extLst>
            </p:cNvPr>
            <p:cNvSpPr/>
            <p:nvPr/>
          </p:nvSpPr>
          <p:spPr>
            <a:xfrm>
              <a:off x="6462039" y="97446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Ellipse 198">
              <a:extLst>
                <a:ext uri="{FF2B5EF4-FFF2-40B4-BE49-F238E27FC236}">
                  <a16:creationId xmlns:a16="http://schemas.microsoft.com/office/drawing/2014/main" id="{3CCE4CD3-C3C4-085C-90B6-8E46BBCC20DA}"/>
                </a:ext>
              </a:extLst>
            </p:cNvPr>
            <p:cNvSpPr/>
            <p:nvPr/>
          </p:nvSpPr>
          <p:spPr>
            <a:xfrm>
              <a:off x="5363365" y="721127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Ellipse 199">
              <a:extLst>
                <a:ext uri="{FF2B5EF4-FFF2-40B4-BE49-F238E27FC236}">
                  <a16:creationId xmlns:a16="http://schemas.microsoft.com/office/drawing/2014/main" id="{0626B0C6-331F-282C-F164-9EB672715527}"/>
                </a:ext>
              </a:extLst>
            </p:cNvPr>
            <p:cNvSpPr/>
            <p:nvPr/>
          </p:nvSpPr>
          <p:spPr>
            <a:xfrm>
              <a:off x="6125791" y="282840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Ellipse 200">
              <a:extLst>
                <a:ext uri="{FF2B5EF4-FFF2-40B4-BE49-F238E27FC236}">
                  <a16:creationId xmlns:a16="http://schemas.microsoft.com/office/drawing/2014/main" id="{96B746EA-37C0-83D8-1F9D-2D9CA488F95B}"/>
                </a:ext>
              </a:extLst>
            </p:cNvPr>
            <p:cNvSpPr/>
            <p:nvPr/>
          </p:nvSpPr>
          <p:spPr>
            <a:xfrm>
              <a:off x="5918990" y="157435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Ellipse 201">
              <a:extLst>
                <a:ext uri="{FF2B5EF4-FFF2-40B4-BE49-F238E27FC236}">
                  <a16:creationId xmlns:a16="http://schemas.microsoft.com/office/drawing/2014/main" id="{502EC559-0919-837C-005A-9E252E69A32B}"/>
                </a:ext>
              </a:extLst>
            </p:cNvPr>
            <p:cNvSpPr/>
            <p:nvPr/>
          </p:nvSpPr>
          <p:spPr>
            <a:xfrm>
              <a:off x="5216760" y="4319566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Ellipse 203">
              <a:extLst>
                <a:ext uri="{FF2B5EF4-FFF2-40B4-BE49-F238E27FC236}">
                  <a16:creationId xmlns:a16="http://schemas.microsoft.com/office/drawing/2014/main" id="{659D7C3D-C29F-D3D0-63C3-38F9680E410E}"/>
                </a:ext>
              </a:extLst>
            </p:cNvPr>
            <p:cNvSpPr/>
            <p:nvPr/>
          </p:nvSpPr>
          <p:spPr>
            <a:xfrm>
              <a:off x="5587040" y="506074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Ellipse 204">
              <a:extLst>
                <a:ext uri="{FF2B5EF4-FFF2-40B4-BE49-F238E27FC236}">
                  <a16:creationId xmlns:a16="http://schemas.microsoft.com/office/drawing/2014/main" id="{7E6CFA0A-D5AC-3E14-4D37-A538DCC0C913}"/>
                </a:ext>
              </a:extLst>
            </p:cNvPr>
            <p:cNvSpPr/>
            <p:nvPr/>
          </p:nvSpPr>
          <p:spPr>
            <a:xfrm>
              <a:off x="5875689" y="461592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Ellipse 205">
              <a:extLst>
                <a:ext uri="{FF2B5EF4-FFF2-40B4-BE49-F238E27FC236}">
                  <a16:creationId xmlns:a16="http://schemas.microsoft.com/office/drawing/2014/main" id="{69AC0DDE-98F4-25BD-A61A-38C57408AB98}"/>
                </a:ext>
              </a:extLst>
            </p:cNvPr>
            <p:cNvSpPr/>
            <p:nvPr/>
          </p:nvSpPr>
          <p:spPr>
            <a:xfrm>
              <a:off x="6192736" y="487319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Rechteck 219">
              <a:extLst>
                <a:ext uri="{FF2B5EF4-FFF2-40B4-BE49-F238E27FC236}">
                  <a16:creationId xmlns:a16="http://schemas.microsoft.com/office/drawing/2014/main" id="{BDEF0F63-5E9D-A155-2C31-A1590C36C246}"/>
                </a:ext>
              </a:extLst>
            </p:cNvPr>
            <p:cNvSpPr/>
            <p:nvPr/>
          </p:nvSpPr>
          <p:spPr>
            <a:xfrm>
              <a:off x="3651395" y="4958917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Rechteck 223">
              <a:extLst>
                <a:ext uri="{FF2B5EF4-FFF2-40B4-BE49-F238E27FC236}">
                  <a16:creationId xmlns:a16="http://schemas.microsoft.com/office/drawing/2014/main" id="{85066018-48F9-F22E-DB4A-4581129616EE}"/>
                </a:ext>
              </a:extLst>
            </p:cNvPr>
            <p:cNvSpPr/>
            <p:nvPr/>
          </p:nvSpPr>
          <p:spPr>
            <a:xfrm>
              <a:off x="4143978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Rechteck 224">
              <a:extLst>
                <a:ext uri="{FF2B5EF4-FFF2-40B4-BE49-F238E27FC236}">
                  <a16:creationId xmlns:a16="http://schemas.microsoft.com/office/drawing/2014/main" id="{6B8CACED-FD40-9064-F487-65E20B8529DF}"/>
                </a:ext>
              </a:extLst>
            </p:cNvPr>
            <p:cNvSpPr/>
            <p:nvPr/>
          </p:nvSpPr>
          <p:spPr>
            <a:xfrm>
              <a:off x="4656960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Rechteck 225">
              <a:extLst>
                <a:ext uri="{FF2B5EF4-FFF2-40B4-BE49-F238E27FC236}">
                  <a16:creationId xmlns:a16="http://schemas.microsoft.com/office/drawing/2014/main" id="{C3C83B23-45FD-17DC-D021-9FEFDC903BAA}"/>
                </a:ext>
              </a:extLst>
            </p:cNvPr>
            <p:cNvSpPr/>
            <p:nvPr/>
          </p:nvSpPr>
          <p:spPr>
            <a:xfrm>
              <a:off x="5155173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Rechteck 226">
              <a:extLst>
                <a:ext uri="{FF2B5EF4-FFF2-40B4-BE49-F238E27FC236}">
                  <a16:creationId xmlns:a16="http://schemas.microsoft.com/office/drawing/2014/main" id="{359A18F4-C4CD-0DF9-B5AA-965BA447C23D}"/>
                </a:ext>
              </a:extLst>
            </p:cNvPr>
            <p:cNvSpPr/>
            <p:nvPr/>
          </p:nvSpPr>
          <p:spPr>
            <a:xfrm>
              <a:off x="8191762" y="495090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6" name="Rechteck 230">
              <a:extLst>
                <a:ext uri="{FF2B5EF4-FFF2-40B4-BE49-F238E27FC236}">
                  <a16:creationId xmlns:a16="http://schemas.microsoft.com/office/drawing/2014/main" id="{FB9B8400-8768-7DF8-424B-28A09F9DE2E7}"/>
                </a:ext>
              </a:extLst>
            </p:cNvPr>
            <p:cNvSpPr/>
            <p:nvPr/>
          </p:nvSpPr>
          <p:spPr>
            <a:xfrm>
              <a:off x="5673119" y="4959355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Rechteck 231">
              <a:extLst>
                <a:ext uri="{FF2B5EF4-FFF2-40B4-BE49-F238E27FC236}">
                  <a16:creationId xmlns:a16="http://schemas.microsoft.com/office/drawing/2014/main" id="{39A15A74-BC1F-AAA7-DECC-9160BDFB1347}"/>
                </a:ext>
              </a:extLst>
            </p:cNvPr>
            <p:cNvSpPr/>
            <p:nvPr/>
          </p:nvSpPr>
          <p:spPr>
            <a:xfrm>
              <a:off x="6171332" y="4953056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Rechteck 232">
              <a:extLst>
                <a:ext uri="{FF2B5EF4-FFF2-40B4-BE49-F238E27FC236}">
                  <a16:creationId xmlns:a16="http://schemas.microsoft.com/office/drawing/2014/main" id="{94A78426-9883-5B30-B924-7B701C797348}"/>
                </a:ext>
              </a:extLst>
            </p:cNvPr>
            <p:cNvSpPr/>
            <p:nvPr/>
          </p:nvSpPr>
          <p:spPr>
            <a:xfrm>
              <a:off x="6668091" y="4968943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9" name="Rechteck 233">
              <a:extLst>
                <a:ext uri="{FF2B5EF4-FFF2-40B4-BE49-F238E27FC236}">
                  <a16:creationId xmlns:a16="http://schemas.microsoft.com/office/drawing/2014/main" id="{F5F1BDA7-6CD2-9076-E5D3-A8E4AD68E102}"/>
                </a:ext>
              </a:extLst>
            </p:cNvPr>
            <p:cNvSpPr/>
            <p:nvPr/>
          </p:nvSpPr>
          <p:spPr>
            <a:xfrm>
              <a:off x="7166304" y="496264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Rechteck 234">
              <a:extLst>
                <a:ext uri="{FF2B5EF4-FFF2-40B4-BE49-F238E27FC236}">
                  <a16:creationId xmlns:a16="http://schemas.microsoft.com/office/drawing/2014/main" id="{8FCA20FE-7371-9E3B-5636-8AB5EB453DB5}"/>
                </a:ext>
              </a:extLst>
            </p:cNvPr>
            <p:cNvSpPr/>
            <p:nvPr/>
          </p:nvSpPr>
          <p:spPr>
            <a:xfrm>
              <a:off x="7686255" y="4953224"/>
              <a:ext cx="195638" cy="20285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95000"/>
                    <a:lumOff val="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  <a:scene3d>
              <a:camera prst="isometricOffAxis2Right">
                <a:rot lat="3000004" lon="17999996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Ellipse 235">
              <a:extLst>
                <a:ext uri="{FF2B5EF4-FFF2-40B4-BE49-F238E27FC236}">
                  <a16:creationId xmlns:a16="http://schemas.microsoft.com/office/drawing/2014/main" id="{E254729B-8C43-64E3-E975-EB47378DF3E1}"/>
                </a:ext>
              </a:extLst>
            </p:cNvPr>
            <p:cNvSpPr/>
            <p:nvPr/>
          </p:nvSpPr>
          <p:spPr>
            <a:xfrm>
              <a:off x="5181293" y="485781"/>
              <a:ext cx="293910" cy="29391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3000">
                  <a:schemeClr val="tx1">
                    <a:lumMod val="75000"/>
                    <a:lumOff val="25000"/>
                  </a:schemeClr>
                </a:gs>
                <a:gs pos="69000">
                  <a:schemeClr val="tx1">
                    <a:lumMod val="75000"/>
                    <a:lumOff val="2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F57DDA91-126C-5FF5-61F7-217D0FB3038F}"/>
              </a:ext>
            </a:extLst>
          </p:cNvPr>
          <p:cNvCxnSpPr>
            <a:cxnSpLocks/>
          </p:cNvCxnSpPr>
          <p:nvPr/>
        </p:nvCxnSpPr>
        <p:spPr>
          <a:xfrm flipV="1">
            <a:off x="448777" y="1485338"/>
            <a:ext cx="0" cy="9225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584B031A-EC84-5115-716A-5E12E206D2A5}"/>
              </a:ext>
            </a:extLst>
          </p:cNvPr>
          <p:cNvGraphicFramePr/>
          <p:nvPr/>
        </p:nvGraphicFramePr>
        <p:xfrm>
          <a:off x="1982868" y="4359229"/>
          <a:ext cx="3115207" cy="1290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4" name="Rechteck 163">
            <a:extLst>
              <a:ext uri="{FF2B5EF4-FFF2-40B4-BE49-F238E27FC236}">
                <a16:creationId xmlns:a16="http://schemas.microsoft.com/office/drawing/2014/main" id="{76098EAA-8A2B-C8C0-B83A-E503D6A6001B}"/>
              </a:ext>
            </a:extLst>
          </p:cNvPr>
          <p:cNvSpPr/>
          <p:nvPr/>
        </p:nvSpPr>
        <p:spPr>
          <a:xfrm>
            <a:off x="448777" y="1495757"/>
            <a:ext cx="1108042" cy="822790"/>
          </a:xfrm>
          <a:prstGeom prst="rect">
            <a:avLst/>
          </a:prstGeom>
          <a:solidFill>
            <a:srgbClr val="C0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7D0F9848-B87A-0096-AC40-F8081F9244FF}"/>
              </a:ext>
            </a:extLst>
          </p:cNvPr>
          <p:cNvCxnSpPr/>
          <p:nvPr/>
        </p:nvCxnSpPr>
        <p:spPr>
          <a:xfrm>
            <a:off x="1165457" y="5591716"/>
            <a:ext cx="5315546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E013F00E-8303-8E4F-73A0-0E3AB5C1D10A}"/>
              </a:ext>
            </a:extLst>
          </p:cNvPr>
          <p:cNvCxnSpPr/>
          <p:nvPr/>
        </p:nvCxnSpPr>
        <p:spPr>
          <a:xfrm>
            <a:off x="2175135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152BCCB7-AF42-FA37-9512-25C0D7E9D8C6}"/>
              </a:ext>
            </a:extLst>
          </p:cNvPr>
          <p:cNvCxnSpPr/>
          <p:nvPr/>
        </p:nvCxnSpPr>
        <p:spPr>
          <a:xfrm>
            <a:off x="2509334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2A43B1D0-4B5A-D57E-897F-EC8502D8FA7D}"/>
              </a:ext>
            </a:extLst>
          </p:cNvPr>
          <p:cNvCxnSpPr/>
          <p:nvPr/>
        </p:nvCxnSpPr>
        <p:spPr>
          <a:xfrm>
            <a:off x="2827827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4C7A857-D382-85F3-3FD0-62F5F480BE2D}"/>
              </a:ext>
            </a:extLst>
          </p:cNvPr>
          <p:cNvCxnSpPr/>
          <p:nvPr/>
        </p:nvCxnSpPr>
        <p:spPr>
          <a:xfrm>
            <a:off x="3137047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557D7E2-E80E-E90A-2C29-2DF043DA1D4D}"/>
              </a:ext>
            </a:extLst>
          </p:cNvPr>
          <p:cNvCxnSpPr/>
          <p:nvPr/>
        </p:nvCxnSpPr>
        <p:spPr>
          <a:xfrm>
            <a:off x="3471246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DC71DC0D-EAFD-0AE6-9AC3-48100B5C076F}"/>
              </a:ext>
            </a:extLst>
          </p:cNvPr>
          <p:cNvCxnSpPr/>
          <p:nvPr/>
        </p:nvCxnSpPr>
        <p:spPr>
          <a:xfrm>
            <a:off x="3789739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DE66F088-BA97-476B-6501-581419C638F7}"/>
              </a:ext>
            </a:extLst>
          </p:cNvPr>
          <p:cNvCxnSpPr/>
          <p:nvPr/>
        </p:nvCxnSpPr>
        <p:spPr>
          <a:xfrm>
            <a:off x="4123449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AE9F6EFD-4284-BC4E-4A4B-53F92F0F9922}"/>
              </a:ext>
            </a:extLst>
          </p:cNvPr>
          <p:cNvCxnSpPr/>
          <p:nvPr/>
        </p:nvCxnSpPr>
        <p:spPr>
          <a:xfrm>
            <a:off x="4457648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44727FC0-FFB8-F4BB-E466-9008BE5B29C1}"/>
              </a:ext>
            </a:extLst>
          </p:cNvPr>
          <p:cNvCxnSpPr/>
          <p:nvPr/>
        </p:nvCxnSpPr>
        <p:spPr>
          <a:xfrm>
            <a:off x="4776141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18A758EC-CD99-043C-9D18-0FD49E339BBC}"/>
              </a:ext>
            </a:extLst>
          </p:cNvPr>
          <p:cNvCxnSpPr/>
          <p:nvPr/>
        </p:nvCxnSpPr>
        <p:spPr>
          <a:xfrm>
            <a:off x="5111391" y="4753120"/>
            <a:ext cx="0" cy="8385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1D51B83-85D7-C8D1-E771-AD43BCE01870}"/>
              </a:ext>
            </a:extLst>
          </p:cNvPr>
          <p:cNvCxnSpPr>
            <a:cxnSpLocks/>
          </p:cNvCxnSpPr>
          <p:nvPr/>
        </p:nvCxnSpPr>
        <p:spPr>
          <a:xfrm>
            <a:off x="357107" y="2318549"/>
            <a:ext cx="1199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43E54F3B-E77E-E393-E6E1-4F5CCE93D5D8}"/>
              </a:ext>
            </a:extLst>
          </p:cNvPr>
          <p:cNvSpPr/>
          <p:nvPr/>
        </p:nvSpPr>
        <p:spPr>
          <a:xfrm>
            <a:off x="2288377" y="4672005"/>
            <a:ext cx="2732855" cy="921234"/>
          </a:xfrm>
          <a:custGeom>
            <a:avLst/>
            <a:gdLst>
              <a:gd name="connsiteX0" fmla="*/ 0 w 4277032"/>
              <a:gd name="connsiteY0" fmla="*/ 2345788 h 2346219"/>
              <a:gd name="connsiteX1" fmla="*/ 302342 w 4277032"/>
              <a:gd name="connsiteY1" fmla="*/ 2316292 h 2346219"/>
              <a:gd name="connsiteX2" fmla="*/ 597309 w 4277032"/>
              <a:gd name="connsiteY2" fmla="*/ 2168808 h 2346219"/>
              <a:gd name="connsiteX3" fmla="*/ 1039761 w 4277032"/>
              <a:gd name="connsiteY3" fmla="*/ 1711608 h 2346219"/>
              <a:gd name="connsiteX4" fmla="*/ 1408471 w 4277032"/>
              <a:gd name="connsiteY4" fmla="*/ 1025808 h 2346219"/>
              <a:gd name="connsiteX5" fmla="*/ 1828800 w 4277032"/>
              <a:gd name="connsiteY5" fmla="*/ 222021 h 2346219"/>
              <a:gd name="connsiteX6" fmla="*/ 2101645 w 4277032"/>
              <a:gd name="connsiteY6" fmla="*/ 22917 h 2346219"/>
              <a:gd name="connsiteX7" fmla="*/ 2344993 w 4277032"/>
              <a:gd name="connsiteY7" fmla="*/ 163027 h 2346219"/>
              <a:gd name="connsiteX8" fmla="*/ 2942303 w 4277032"/>
              <a:gd name="connsiteY8" fmla="*/ 1431388 h 2346219"/>
              <a:gd name="connsiteX9" fmla="*/ 3266767 w 4277032"/>
              <a:gd name="connsiteY9" fmla="*/ 1918085 h 2346219"/>
              <a:gd name="connsiteX10" fmla="*/ 3687096 w 4277032"/>
              <a:gd name="connsiteY10" fmla="*/ 2257298 h 2346219"/>
              <a:gd name="connsiteX11" fmla="*/ 3915696 w 4277032"/>
              <a:gd name="connsiteY11" fmla="*/ 2338414 h 2346219"/>
              <a:gd name="connsiteX12" fmla="*/ 4277032 w 4277032"/>
              <a:gd name="connsiteY12" fmla="*/ 2338414 h 2346219"/>
              <a:gd name="connsiteX0" fmla="*/ 0 w 4277032"/>
              <a:gd name="connsiteY0" fmla="*/ 2328502 h 2328933"/>
              <a:gd name="connsiteX1" fmla="*/ 302342 w 4277032"/>
              <a:gd name="connsiteY1" fmla="*/ 2299006 h 2328933"/>
              <a:gd name="connsiteX2" fmla="*/ 597309 w 4277032"/>
              <a:gd name="connsiteY2" fmla="*/ 2151522 h 2328933"/>
              <a:gd name="connsiteX3" fmla="*/ 1039761 w 4277032"/>
              <a:gd name="connsiteY3" fmla="*/ 1694322 h 2328933"/>
              <a:gd name="connsiteX4" fmla="*/ 1408471 w 4277032"/>
              <a:gd name="connsiteY4" fmla="*/ 1008522 h 2328933"/>
              <a:gd name="connsiteX5" fmla="*/ 1828800 w 4277032"/>
              <a:gd name="connsiteY5" fmla="*/ 204735 h 2328933"/>
              <a:gd name="connsiteX6" fmla="*/ 2101645 w 4277032"/>
              <a:gd name="connsiteY6" fmla="*/ 5631 h 2328933"/>
              <a:gd name="connsiteX7" fmla="*/ 2344993 w 4277032"/>
              <a:gd name="connsiteY7" fmla="*/ 189986 h 2328933"/>
              <a:gd name="connsiteX8" fmla="*/ 2942303 w 4277032"/>
              <a:gd name="connsiteY8" fmla="*/ 1414102 h 2328933"/>
              <a:gd name="connsiteX9" fmla="*/ 3266767 w 4277032"/>
              <a:gd name="connsiteY9" fmla="*/ 1900799 h 2328933"/>
              <a:gd name="connsiteX10" fmla="*/ 3687096 w 4277032"/>
              <a:gd name="connsiteY10" fmla="*/ 2240012 h 2328933"/>
              <a:gd name="connsiteX11" fmla="*/ 3915696 w 4277032"/>
              <a:gd name="connsiteY11" fmla="*/ 2321128 h 2328933"/>
              <a:gd name="connsiteX12" fmla="*/ 4277032 w 4277032"/>
              <a:gd name="connsiteY12" fmla="*/ 2321128 h 2328933"/>
              <a:gd name="connsiteX0" fmla="*/ 0 w 4277032"/>
              <a:gd name="connsiteY0" fmla="*/ 2323477 h 2323908"/>
              <a:gd name="connsiteX1" fmla="*/ 302342 w 4277032"/>
              <a:gd name="connsiteY1" fmla="*/ 2293981 h 2323908"/>
              <a:gd name="connsiteX2" fmla="*/ 597309 w 4277032"/>
              <a:gd name="connsiteY2" fmla="*/ 2146497 h 2323908"/>
              <a:gd name="connsiteX3" fmla="*/ 1039761 w 4277032"/>
              <a:gd name="connsiteY3" fmla="*/ 1689297 h 2323908"/>
              <a:gd name="connsiteX4" fmla="*/ 1408471 w 4277032"/>
              <a:gd name="connsiteY4" fmla="*/ 1003497 h 2323908"/>
              <a:gd name="connsiteX5" fmla="*/ 1828800 w 4277032"/>
              <a:gd name="connsiteY5" fmla="*/ 199710 h 2323908"/>
              <a:gd name="connsiteX6" fmla="*/ 2101645 w 4277032"/>
              <a:gd name="connsiteY6" fmla="*/ 606 h 2323908"/>
              <a:gd name="connsiteX7" fmla="*/ 2337619 w 4277032"/>
              <a:gd name="connsiteY7" fmla="*/ 207084 h 2323908"/>
              <a:gd name="connsiteX8" fmla="*/ 2942303 w 4277032"/>
              <a:gd name="connsiteY8" fmla="*/ 1409077 h 2323908"/>
              <a:gd name="connsiteX9" fmla="*/ 3266767 w 4277032"/>
              <a:gd name="connsiteY9" fmla="*/ 1895774 h 2323908"/>
              <a:gd name="connsiteX10" fmla="*/ 3687096 w 4277032"/>
              <a:gd name="connsiteY10" fmla="*/ 2234987 h 2323908"/>
              <a:gd name="connsiteX11" fmla="*/ 3915696 w 4277032"/>
              <a:gd name="connsiteY11" fmla="*/ 2316103 h 2323908"/>
              <a:gd name="connsiteX12" fmla="*/ 4277032 w 4277032"/>
              <a:gd name="connsiteY12" fmla="*/ 2316103 h 2323908"/>
              <a:gd name="connsiteX0" fmla="*/ 0 w 4277032"/>
              <a:gd name="connsiteY0" fmla="*/ 2323477 h 2323908"/>
              <a:gd name="connsiteX1" fmla="*/ 302342 w 4277032"/>
              <a:gd name="connsiteY1" fmla="*/ 2293981 h 2323908"/>
              <a:gd name="connsiteX2" fmla="*/ 597309 w 4277032"/>
              <a:gd name="connsiteY2" fmla="*/ 2146497 h 2323908"/>
              <a:gd name="connsiteX3" fmla="*/ 1039761 w 4277032"/>
              <a:gd name="connsiteY3" fmla="*/ 1689297 h 2323908"/>
              <a:gd name="connsiteX4" fmla="*/ 1408471 w 4277032"/>
              <a:gd name="connsiteY4" fmla="*/ 1003497 h 2323908"/>
              <a:gd name="connsiteX5" fmla="*/ 1828800 w 4277032"/>
              <a:gd name="connsiteY5" fmla="*/ 199710 h 2323908"/>
              <a:gd name="connsiteX6" fmla="*/ 2101645 w 4277032"/>
              <a:gd name="connsiteY6" fmla="*/ 606 h 2323908"/>
              <a:gd name="connsiteX7" fmla="*/ 2337619 w 4277032"/>
              <a:gd name="connsiteY7" fmla="*/ 207084 h 2323908"/>
              <a:gd name="connsiteX8" fmla="*/ 2942303 w 4277032"/>
              <a:gd name="connsiteY8" fmla="*/ 1409077 h 2323908"/>
              <a:gd name="connsiteX9" fmla="*/ 3266767 w 4277032"/>
              <a:gd name="connsiteY9" fmla="*/ 1895774 h 2323908"/>
              <a:gd name="connsiteX10" fmla="*/ 3687096 w 4277032"/>
              <a:gd name="connsiteY10" fmla="*/ 2234987 h 2323908"/>
              <a:gd name="connsiteX11" fmla="*/ 3915696 w 4277032"/>
              <a:gd name="connsiteY11" fmla="*/ 2316103 h 2323908"/>
              <a:gd name="connsiteX12" fmla="*/ 4277032 w 4277032"/>
              <a:gd name="connsiteY12" fmla="*/ 2316103 h 2323908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942303 w 4277032"/>
              <a:gd name="connsiteY8" fmla="*/ 1408504 h 2323335"/>
              <a:gd name="connsiteX9" fmla="*/ 3266767 w 4277032"/>
              <a:gd name="connsiteY9" fmla="*/ 1895201 h 2323335"/>
              <a:gd name="connsiteX10" fmla="*/ 3687096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266767 w 4277032"/>
              <a:gd name="connsiteY9" fmla="*/ 1895201 h 2323335"/>
              <a:gd name="connsiteX10" fmla="*/ 3687096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87096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9734"/>
              <a:gd name="connsiteX1" fmla="*/ 302342 w 4277032"/>
              <a:gd name="connsiteY1" fmla="*/ 2293408 h 2329734"/>
              <a:gd name="connsiteX2" fmla="*/ 597309 w 4277032"/>
              <a:gd name="connsiteY2" fmla="*/ 2145924 h 2329734"/>
              <a:gd name="connsiteX3" fmla="*/ 1039761 w 4277032"/>
              <a:gd name="connsiteY3" fmla="*/ 1688724 h 2329734"/>
              <a:gd name="connsiteX4" fmla="*/ 1408471 w 4277032"/>
              <a:gd name="connsiteY4" fmla="*/ 1002924 h 2329734"/>
              <a:gd name="connsiteX5" fmla="*/ 1828800 w 4277032"/>
              <a:gd name="connsiteY5" fmla="*/ 199137 h 2329734"/>
              <a:gd name="connsiteX6" fmla="*/ 2101645 w 4277032"/>
              <a:gd name="connsiteY6" fmla="*/ 33 h 2329734"/>
              <a:gd name="connsiteX7" fmla="*/ 2337619 w 4277032"/>
              <a:gd name="connsiteY7" fmla="*/ 206511 h 2329734"/>
              <a:gd name="connsiteX8" fmla="*/ 2728451 w 4277032"/>
              <a:gd name="connsiteY8" fmla="*/ 966052 h 2329734"/>
              <a:gd name="connsiteX9" fmla="*/ 3185651 w 4277032"/>
              <a:gd name="connsiteY9" fmla="*/ 1799337 h 2329734"/>
              <a:gd name="connsiteX10" fmla="*/ 3687096 w 4277032"/>
              <a:gd name="connsiteY10" fmla="*/ 2234414 h 2329734"/>
              <a:gd name="connsiteX11" fmla="*/ 3915696 w 4277032"/>
              <a:gd name="connsiteY11" fmla="*/ 2315530 h 2329734"/>
              <a:gd name="connsiteX12" fmla="*/ 4277032 w 4277032"/>
              <a:gd name="connsiteY12" fmla="*/ 2315530 h 2329734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50225 w 4277032"/>
              <a:gd name="connsiteY10" fmla="*/ 2234414 h 2323335"/>
              <a:gd name="connsiteX11" fmla="*/ 3915696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50225 w 4277032"/>
              <a:gd name="connsiteY10" fmla="*/ 2234414 h 2323335"/>
              <a:gd name="connsiteX11" fmla="*/ 3886199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3335"/>
              <a:gd name="connsiteX1" fmla="*/ 302342 w 4277032"/>
              <a:gd name="connsiteY1" fmla="*/ 2293408 h 2323335"/>
              <a:gd name="connsiteX2" fmla="*/ 597309 w 4277032"/>
              <a:gd name="connsiteY2" fmla="*/ 2145924 h 2323335"/>
              <a:gd name="connsiteX3" fmla="*/ 1039761 w 4277032"/>
              <a:gd name="connsiteY3" fmla="*/ 1688724 h 2323335"/>
              <a:gd name="connsiteX4" fmla="*/ 1408471 w 4277032"/>
              <a:gd name="connsiteY4" fmla="*/ 1002924 h 2323335"/>
              <a:gd name="connsiteX5" fmla="*/ 1828800 w 4277032"/>
              <a:gd name="connsiteY5" fmla="*/ 199137 h 2323335"/>
              <a:gd name="connsiteX6" fmla="*/ 2101645 w 4277032"/>
              <a:gd name="connsiteY6" fmla="*/ 33 h 2323335"/>
              <a:gd name="connsiteX7" fmla="*/ 2337619 w 4277032"/>
              <a:gd name="connsiteY7" fmla="*/ 206511 h 2323335"/>
              <a:gd name="connsiteX8" fmla="*/ 2728451 w 4277032"/>
              <a:gd name="connsiteY8" fmla="*/ 966052 h 2323335"/>
              <a:gd name="connsiteX9" fmla="*/ 3185651 w 4277032"/>
              <a:gd name="connsiteY9" fmla="*/ 1799337 h 2323335"/>
              <a:gd name="connsiteX10" fmla="*/ 3650225 w 4277032"/>
              <a:gd name="connsiteY10" fmla="*/ 2234414 h 2323335"/>
              <a:gd name="connsiteX11" fmla="*/ 3967014 w 4277032"/>
              <a:gd name="connsiteY11" fmla="*/ 2315530 h 2323335"/>
              <a:gd name="connsiteX12" fmla="*/ 4277032 w 4277032"/>
              <a:gd name="connsiteY12" fmla="*/ 2315530 h 2323335"/>
              <a:gd name="connsiteX0" fmla="*/ 0 w 4277032"/>
              <a:gd name="connsiteY0" fmla="*/ 2322904 h 2327056"/>
              <a:gd name="connsiteX1" fmla="*/ 302342 w 4277032"/>
              <a:gd name="connsiteY1" fmla="*/ 2293408 h 2327056"/>
              <a:gd name="connsiteX2" fmla="*/ 597309 w 4277032"/>
              <a:gd name="connsiteY2" fmla="*/ 2145924 h 2327056"/>
              <a:gd name="connsiteX3" fmla="*/ 1039761 w 4277032"/>
              <a:gd name="connsiteY3" fmla="*/ 1688724 h 2327056"/>
              <a:gd name="connsiteX4" fmla="*/ 1408471 w 4277032"/>
              <a:gd name="connsiteY4" fmla="*/ 1002924 h 2327056"/>
              <a:gd name="connsiteX5" fmla="*/ 1828800 w 4277032"/>
              <a:gd name="connsiteY5" fmla="*/ 199137 h 2327056"/>
              <a:gd name="connsiteX6" fmla="*/ 2101645 w 4277032"/>
              <a:gd name="connsiteY6" fmla="*/ 33 h 2327056"/>
              <a:gd name="connsiteX7" fmla="*/ 2337619 w 4277032"/>
              <a:gd name="connsiteY7" fmla="*/ 206511 h 2327056"/>
              <a:gd name="connsiteX8" fmla="*/ 2728451 w 4277032"/>
              <a:gd name="connsiteY8" fmla="*/ 966052 h 2327056"/>
              <a:gd name="connsiteX9" fmla="*/ 3185651 w 4277032"/>
              <a:gd name="connsiteY9" fmla="*/ 1799337 h 2327056"/>
              <a:gd name="connsiteX10" fmla="*/ 3594275 w 4277032"/>
              <a:gd name="connsiteY10" fmla="*/ 2182586 h 2327056"/>
              <a:gd name="connsiteX11" fmla="*/ 3967014 w 4277032"/>
              <a:gd name="connsiteY11" fmla="*/ 2315530 h 2327056"/>
              <a:gd name="connsiteX12" fmla="*/ 4277032 w 4277032"/>
              <a:gd name="connsiteY12" fmla="*/ 2315530 h 2327056"/>
              <a:gd name="connsiteX0" fmla="*/ 0 w 4277032"/>
              <a:gd name="connsiteY0" fmla="*/ 2322904 h 2327057"/>
              <a:gd name="connsiteX1" fmla="*/ 302342 w 4277032"/>
              <a:gd name="connsiteY1" fmla="*/ 2293408 h 2327057"/>
              <a:gd name="connsiteX2" fmla="*/ 597309 w 4277032"/>
              <a:gd name="connsiteY2" fmla="*/ 2145924 h 2327057"/>
              <a:gd name="connsiteX3" fmla="*/ 1039761 w 4277032"/>
              <a:gd name="connsiteY3" fmla="*/ 1688724 h 2327057"/>
              <a:gd name="connsiteX4" fmla="*/ 1408471 w 4277032"/>
              <a:gd name="connsiteY4" fmla="*/ 1002924 h 2327057"/>
              <a:gd name="connsiteX5" fmla="*/ 1828800 w 4277032"/>
              <a:gd name="connsiteY5" fmla="*/ 199137 h 2327057"/>
              <a:gd name="connsiteX6" fmla="*/ 2101645 w 4277032"/>
              <a:gd name="connsiteY6" fmla="*/ 33 h 2327057"/>
              <a:gd name="connsiteX7" fmla="*/ 2337619 w 4277032"/>
              <a:gd name="connsiteY7" fmla="*/ 206511 h 2327057"/>
              <a:gd name="connsiteX8" fmla="*/ 2728451 w 4277032"/>
              <a:gd name="connsiteY8" fmla="*/ 966052 h 2327057"/>
              <a:gd name="connsiteX9" fmla="*/ 3185651 w 4277032"/>
              <a:gd name="connsiteY9" fmla="*/ 1799337 h 2327057"/>
              <a:gd name="connsiteX10" fmla="*/ 3594275 w 4277032"/>
              <a:gd name="connsiteY10" fmla="*/ 2182586 h 2327057"/>
              <a:gd name="connsiteX11" fmla="*/ 3991881 w 4277032"/>
              <a:gd name="connsiteY11" fmla="*/ 2315530 h 2327057"/>
              <a:gd name="connsiteX12" fmla="*/ 4277032 w 4277032"/>
              <a:gd name="connsiteY12" fmla="*/ 2315530 h 2327057"/>
              <a:gd name="connsiteX0" fmla="*/ 0 w 4277032"/>
              <a:gd name="connsiteY0" fmla="*/ 2322904 h 2322904"/>
              <a:gd name="connsiteX1" fmla="*/ 302342 w 4277032"/>
              <a:gd name="connsiteY1" fmla="*/ 2293408 h 2322904"/>
              <a:gd name="connsiteX2" fmla="*/ 597309 w 4277032"/>
              <a:gd name="connsiteY2" fmla="*/ 2145924 h 2322904"/>
              <a:gd name="connsiteX3" fmla="*/ 1039761 w 4277032"/>
              <a:gd name="connsiteY3" fmla="*/ 1688724 h 2322904"/>
              <a:gd name="connsiteX4" fmla="*/ 1408471 w 4277032"/>
              <a:gd name="connsiteY4" fmla="*/ 1002924 h 2322904"/>
              <a:gd name="connsiteX5" fmla="*/ 1828800 w 4277032"/>
              <a:gd name="connsiteY5" fmla="*/ 199137 h 2322904"/>
              <a:gd name="connsiteX6" fmla="*/ 2101645 w 4277032"/>
              <a:gd name="connsiteY6" fmla="*/ 33 h 2322904"/>
              <a:gd name="connsiteX7" fmla="*/ 2337619 w 4277032"/>
              <a:gd name="connsiteY7" fmla="*/ 206511 h 2322904"/>
              <a:gd name="connsiteX8" fmla="*/ 2728451 w 4277032"/>
              <a:gd name="connsiteY8" fmla="*/ 966052 h 2322904"/>
              <a:gd name="connsiteX9" fmla="*/ 3185651 w 4277032"/>
              <a:gd name="connsiteY9" fmla="*/ 1799337 h 2322904"/>
              <a:gd name="connsiteX10" fmla="*/ 3594275 w 4277032"/>
              <a:gd name="connsiteY10" fmla="*/ 2182586 h 2322904"/>
              <a:gd name="connsiteX11" fmla="*/ 3960798 w 4277032"/>
              <a:gd name="connsiteY11" fmla="*/ 2298254 h 2322904"/>
              <a:gd name="connsiteX12" fmla="*/ 4277032 w 4277032"/>
              <a:gd name="connsiteY12" fmla="*/ 2315530 h 232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7032" h="2322904">
                <a:moveTo>
                  <a:pt x="0" y="2322904"/>
                </a:moveTo>
                <a:cubicBezTo>
                  <a:pt x="101395" y="2322904"/>
                  <a:pt x="202791" y="2322905"/>
                  <a:pt x="302342" y="2293408"/>
                </a:cubicBezTo>
                <a:cubicBezTo>
                  <a:pt x="401893" y="2263911"/>
                  <a:pt x="474406" y="2246705"/>
                  <a:pt x="597309" y="2145924"/>
                </a:cubicBezTo>
                <a:cubicBezTo>
                  <a:pt x="720212" y="2045143"/>
                  <a:pt x="904567" y="1879224"/>
                  <a:pt x="1039761" y="1688724"/>
                </a:cubicBezTo>
                <a:cubicBezTo>
                  <a:pt x="1174955" y="1498224"/>
                  <a:pt x="1276965" y="1251188"/>
                  <a:pt x="1408471" y="1002924"/>
                </a:cubicBezTo>
                <a:cubicBezTo>
                  <a:pt x="1539977" y="754660"/>
                  <a:pt x="1713271" y="366285"/>
                  <a:pt x="1828800" y="199137"/>
                </a:cubicBezTo>
                <a:cubicBezTo>
                  <a:pt x="1944329" y="31989"/>
                  <a:pt x="2016842" y="-1196"/>
                  <a:pt x="2101645" y="33"/>
                </a:cubicBezTo>
                <a:cubicBezTo>
                  <a:pt x="2186448" y="1262"/>
                  <a:pt x="2233151" y="45508"/>
                  <a:pt x="2337619" y="206511"/>
                </a:cubicBezTo>
                <a:cubicBezTo>
                  <a:pt x="2442087" y="367514"/>
                  <a:pt x="2587112" y="700581"/>
                  <a:pt x="2728451" y="966052"/>
                </a:cubicBezTo>
                <a:cubicBezTo>
                  <a:pt x="2869790" y="1231523"/>
                  <a:pt x="3041347" y="1596581"/>
                  <a:pt x="3185651" y="1799337"/>
                </a:cubicBezTo>
                <a:cubicBezTo>
                  <a:pt x="3329955" y="2002093"/>
                  <a:pt x="3465084" y="2099433"/>
                  <a:pt x="3594275" y="2182586"/>
                </a:cubicBezTo>
                <a:cubicBezTo>
                  <a:pt x="3723466" y="2265739"/>
                  <a:pt x="3847005" y="2276097"/>
                  <a:pt x="3960798" y="2298254"/>
                </a:cubicBezTo>
                <a:cubicBezTo>
                  <a:pt x="4074591" y="2320411"/>
                  <a:pt x="4145525" y="2322289"/>
                  <a:pt x="4277032" y="2315530"/>
                </a:cubicBez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40165453-DC9E-8E72-6697-C3554764B93D}"/>
                  </a:ext>
                </a:extLst>
              </p:cNvPr>
              <p:cNvSpPr txBox="1"/>
              <p:nvPr/>
            </p:nvSpPr>
            <p:spPr>
              <a:xfrm>
                <a:off x="-1244998" y="5070575"/>
                <a:ext cx="5446986" cy="311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𝑒𝑚𝑝</m:t>
                          </m:r>
                        </m:sub>
                      </m:sSub>
                      <m:d>
                        <m:dPr>
                          <m:ctrlP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de-DE" dirty="0">
                  <a:solidFill>
                    <a:srgbClr val="ED7D31"/>
                  </a:solidFill>
                </a:endParaRPr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40165453-DC9E-8E72-6697-C3554764B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44998" y="5070575"/>
                <a:ext cx="5446986" cy="311322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EBD36F42-2AA7-492F-F1E1-433DD444DF2B}"/>
                  </a:ext>
                </a:extLst>
              </p:cNvPr>
              <p:cNvSpPr txBox="1"/>
              <p:nvPr/>
            </p:nvSpPr>
            <p:spPr>
              <a:xfrm>
                <a:off x="651658" y="2318547"/>
                <a:ext cx="351560" cy="29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EBD36F42-2AA7-492F-F1E1-433DD444D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58" y="2318547"/>
                <a:ext cx="351560" cy="294796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Freihandform: Form 102">
            <a:extLst>
              <a:ext uri="{FF2B5EF4-FFF2-40B4-BE49-F238E27FC236}">
                <a16:creationId xmlns:a16="http://schemas.microsoft.com/office/drawing/2014/main" id="{71B7FD8F-ABAF-EEF9-A1F2-5EDD473B9A58}"/>
              </a:ext>
            </a:extLst>
          </p:cNvPr>
          <p:cNvSpPr/>
          <p:nvPr/>
        </p:nvSpPr>
        <p:spPr>
          <a:xfrm>
            <a:off x="464087" y="1506176"/>
            <a:ext cx="1083174" cy="822790"/>
          </a:xfrm>
          <a:custGeom>
            <a:avLst/>
            <a:gdLst>
              <a:gd name="connsiteX0" fmla="*/ 868680 w 960120"/>
              <a:gd name="connsiteY0" fmla="*/ 182880 h 607423"/>
              <a:gd name="connsiteX1" fmla="*/ 679268 w 960120"/>
              <a:gd name="connsiteY1" fmla="*/ 0 h 607423"/>
              <a:gd name="connsiteX2" fmla="*/ 365760 w 960120"/>
              <a:gd name="connsiteY2" fmla="*/ 13063 h 607423"/>
              <a:gd name="connsiteX3" fmla="*/ 130628 w 960120"/>
              <a:gd name="connsiteY3" fmla="*/ 189412 h 607423"/>
              <a:gd name="connsiteX4" fmla="*/ 0 w 960120"/>
              <a:gd name="connsiteY4" fmla="*/ 339635 h 607423"/>
              <a:gd name="connsiteX5" fmla="*/ 32657 w 960120"/>
              <a:gd name="connsiteY5" fmla="*/ 529046 h 607423"/>
              <a:gd name="connsiteX6" fmla="*/ 248194 w 960120"/>
              <a:gd name="connsiteY6" fmla="*/ 587829 h 607423"/>
              <a:gd name="connsiteX7" fmla="*/ 568234 w 960120"/>
              <a:gd name="connsiteY7" fmla="*/ 607423 h 607423"/>
              <a:gd name="connsiteX8" fmla="*/ 764177 w 960120"/>
              <a:gd name="connsiteY8" fmla="*/ 509452 h 607423"/>
              <a:gd name="connsiteX9" fmla="*/ 809897 w 960120"/>
              <a:gd name="connsiteY9" fmla="*/ 372292 h 607423"/>
              <a:gd name="connsiteX10" fmla="*/ 960120 w 960120"/>
              <a:gd name="connsiteY10" fmla="*/ 254726 h 607423"/>
              <a:gd name="connsiteX11" fmla="*/ 868680 w 960120"/>
              <a:gd name="connsiteY11" fmla="*/ 182880 h 607423"/>
              <a:gd name="connsiteX0" fmla="*/ 868680 w 960120"/>
              <a:gd name="connsiteY0" fmla="*/ 182880 h 607423"/>
              <a:gd name="connsiteX1" fmla="*/ 679268 w 960120"/>
              <a:gd name="connsiteY1" fmla="*/ 0 h 607423"/>
              <a:gd name="connsiteX2" fmla="*/ 365760 w 960120"/>
              <a:gd name="connsiteY2" fmla="*/ 13063 h 607423"/>
              <a:gd name="connsiteX3" fmla="*/ 41232 w 960120"/>
              <a:gd name="connsiteY3" fmla="*/ 59223 h 607423"/>
              <a:gd name="connsiteX4" fmla="*/ 0 w 960120"/>
              <a:gd name="connsiteY4" fmla="*/ 339635 h 607423"/>
              <a:gd name="connsiteX5" fmla="*/ 32657 w 960120"/>
              <a:gd name="connsiteY5" fmla="*/ 529046 h 607423"/>
              <a:gd name="connsiteX6" fmla="*/ 248194 w 960120"/>
              <a:gd name="connsiteY6" fmla="*/ 587829 h 607423"/>
              <a:gd name="connsiteX7" fmla="*/ 568234 w 960120"/>
              <a:gd name="connsiteY7" fmla="*/ 607423 h 607423"/>
              <a:gd name="connsiteX8" fmla="*/ 764177 w 960120"/>
              <a:gd name="connsiteY8" fmla="*/ 509452 h 607423"/>
              <a:gd name="connsiteX9" fmla="*/ 809897 w 960120"/>
              <a:gd name="connsiteY9" fmla="*/ 372292 h 607423"/>
              <a:gd name="connsiteX10" fmla="*/ 960120 w 960120"/>
              <a:gd name="connsiteY10" fmla="*/ 254726 h 607423"/>
              <a:gd name="connsiteX11" fmla="*/ 868680 w 960120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09452 h 607423"/>
              <a:gd name="connsiteX9" fmla="*/ 809897 w 926597"/>
              <a:gd name="connsiteY9" fmla="*/ 372292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09452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32657 w 926597"/>
              <a:gd name="connsiteY5" fmla="*/ 529046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49418 w 926597"/>
              <a:gd name="connsiteY5" fmla="*/ 562799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49418 w 926597"/>
              <a:gd name="connsiteY5" fmla="*/ 562799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  <a:gd name="connsiteX0" fmla="*/ 868680 w 926597"/>
              <a:gd name="connsiteY0" fmla="*/ 182880 h 607423"/>
              <a:gd name="connsiteX1" fmla="*/ 679268 w 926597"/>
              <a:gd name="connsiteY1" fmla="*/ 0 h 607423"/>
              <a:gd name="connsiteX2" fmla="*/ 365760 w 926597"/>
              <a:gd name="connsiteY2" fmla="*/ 13063 h 607423"/>
              <a:gd name="connsiteX3" fmla="*/ 41232 w 926597"/>
              <a:gd name="connsiteY3" fmla="*/ 59223 h 607423"/>
              <a:gd name="connsiteX4" fmla="*/ 0 w 926597"/>
              <a:gd name="connsiteY4" fmla="*/ 339635 h 607423"/>
              <a:gd name="connsiteX5" fmla="*/ 49418 w 926597"/>
              <a:gd name="connsiteY5" fmla="*/ 562799 h 607423"/>
              <a:gd name="connsiteX6" fmla="*/ 248194 w 926597"/>
              <a:gd name="connsiteY6" fmla="*/ 587829 h 607423"/>
              <a:gd name="connsiteX7" fmla="*/ 568234 w 926597"/>
              <a:gd name="connsiteY7" fmla="*/ 607423 h 607423"/>
              <a:gd name="connsiteX8" fmla="*/ 764177 w 926597"/>
              <a:gd name="connsiteY8" fmla="*/ 567314 h 607423"/>
              <a:gd name="connsiteX9" fmla="*/ 910468 w 926597"/>
              <a:gd name="connsiteY9" fmla="*/ 526590 h 607423"/>
              <a:gd name="connsiteX10" fmla="*/ 926597 w 926597"/>
              <a:gd name="connsiteY10" fmla="*/ 249904 h 607423"/>
              <a:gd name="connsiteX11" fmla="*/ 868680 w 926597"/>
              <a:gd name="connsiteY11" fmla="*/ 182880 h 607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6597" h="607423">
                <a:moveTo>
                  <a:pt x="868680" y="182880"/>
                </a:moveTo>
                <a:cubicBezTo>
                  <a:pt x="939637" y="-3447"/>
                  <a:pt x="742405" y="60960"/>
                  <a:pt x="679268" y="0"/>
                </a:cubicBezTo>
                <a:lnTo>
                  <a:pt x="365760" y="13063"/>
                </a:lnTo>
                <a:cubicBezTo>
                  <a:pt x="257584" y="28450"/>
                  <a:pt x="132646" y="10083"/>
                  <a:pt x="41232" y="59223"/>
                </a:cubicBezTo>
                <a:cubicBezTo>
                  <a:pt x="-6035" y="215378"/>
                  <a:pt x="13744" y="246164"/>
                  <a:pt x="0" y="339635"/>
                </a:cubicBezTo>
                <a:lnTo>
                  <a:pt x="49418" y="562799"/>
                </a:lnTo>
                <a:cubicBezTo>
                  <a:pt x="171550" y="566320"/>
                  <a:pt x="181935" y="579486"/>
                  <a:pt x="248194" y="587829"/>
                </a:cubicBezTo>
                <a:lnTo>
                  <a:pt x="568234" y="607423"/>
                </a:lnTo>
                <a:lnTo>
                  <a:pt x="764177" y="567314"/>
                </a:lnTo>
                <a:lnTo>
                  <a:pt x="910468" y="526590"/>
                </a:lnTo>
                <a:lnTo>
                  <a:pt x="926597" y="249904"/>
                </a:lnTo>
                <a:lnTo>
                  <a:pt x="868680" y="182880"/>
                </a:lnTo>
                <a:close/>
              </a:path>
            </a:pathLst>
          </a:custGeom>
          <a:solidFill>
            <a:srgbClr val="60CE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7E23545D-E8AB-BE33-B34E-C2537B67D5BF}"/>
                  </a:ext>
                </a:extLst>
              </p:cNvPr>
              <p:cNvSpPr txBox="1"/>
              <p:nvPr/>
            </p:nvSpPr>
            <p:spPr>
              <a:xfrm>
                <a:off x="5284485" y="4857145"/>
                <a:ext cx="498393" cy="29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7E23545D-E8AB-BE33-B34E-C2537B67D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485" y="4857145"/>
                <a:ext cx="498393" cy="294796"/>
              </a:xfrm>
              <a:prstGeom prst="rect">
                <a:avLst/>
              </a:prstGeom>
              <a:blipFill>
                <a:blip r:embed="rId5"/>
                <a:stretch>
                  <a:fillRect l="-1220" r="-18293" b="-2708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B14BF0C-6E96-65BC-B138-4D1B92E454D6}"/>
                  </a:ext>
                </a:extLst>
              </p:cNvPr>
              <p:cNvSpPr txBox="1"/>
              <p:nvPr/>
            </p:nvSpPr>
            <p:spPr>
              <a:xfrm>
                <a:off x="6860730" y="2511700"/>
                <a:ext cx="4373441" cy="353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𝑒𝑚𝑝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de-DE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∀</m:t>
                          </m:r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de-D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B14BF0C-6E96-65BC-B138-4D1B92E45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730" y="2511700"/>
                <a:ext cx="4373441" cy="353558"/>
              </a:xfrm>
              <a:prstGeom prst="rect">
                <a:avLst/>
              </a:prstGeom>
              <a:blipFill>
                <a:blip r:embed="rId6"/>
                <a:stretch>
                  <a:fillRect l="-836" r="-836" b="-241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feld 99">
            <a:extLst>
              <a:ext uri="{FF2B5EF4-FFF2-40B4-BE49-F238E27FC236}">
                <a16:creationId xmlns:a16="http://schemas.microsoft.com/office/drawing/2014/main" id="{335C89DC-DFD0-375D-072C-9D44CC71E4AA}"/>
              </a:ext>
            </a:extLst>
          </p:cNvPr>
          <p:cNvSpPr txBox="1"/>
          <p:nvPr/>
        </p:nvSpPr>
        <p:spPr>
          <a:xfrm>
            <a:off x="6860730" y="1308401"/>
            <a:ext cx="2283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Typicality</a:t>
            </a:r>
            <a:r>
              <a:rPr lang="de-DE" sz="2400" dirty="0"/>
              <a:t> </a:t>
            </a:r>
            <a:r>
              <a:rPr lang="de-DE" sz="2400" dirty="0" err="1"/>
              <a:t>result</a:t>
            </a:r>
            <a:r>
              <a:rPr lang="de-DE" sz="2400" dirty="0"/>
              <a:t>: 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F1CAA41F-5E2B-ECAE-94D3-60A5F981FCA5}"/>
              </a:ext>
            </a:extLst>
          </p:cNvPr>
          <p:cNvSpPr txBox="1"/>
          <p:nvPr/>
        </p:nvSpPr>
        <p:spPr>
          <a:xfrm>
            <a:off x="6773092" y="3610902"/>
            <a:ext cx="428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Probabilities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are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typical</a:t>
            </a:r>
            <a:r>
              <a:rPr lang="de-DE" dirty="0">
                <a:highlight>
                  <a:srgbClr val="FFFF00"/>
                </a:highlight>
              </a:rPr>
              <a:t> relative </a:t>
            </a:r>
            <a:r>
              <a:rPr lang="de-DE" dirty="0" err="1">
                <a:highlight>
                  <a:srgbClr val="FFFF00"/>
                </a:highlight>
              </a:rPr>
              <a:t>frequencies</a:t>
            </a:r>
            <a:endParaRPr lang="de-DE" dirty="0">
              <a:highlight>
                <a:srgbClr val="FFFF00"/>
              </a:highlight>
            </a:endParaRPr>
          </a:p>
        </p:txBody>
      </p:sp>
      <p:sp>
        <p:nvSpPr>
          <p:cNvPr id="75" name="Bogen 74">
            <a:extLst>
              <a:ext uri="{FF2B5EF4-FFF2-40B4-BE49-F238E27FC236}">
                <a16:creationId xmlns:a16="http://schemas.microsoft.com/office/drawing/2014/main" id="{4A84FFFC-74CD-FDBA-B721-167AD786A4FA}"/>
              </a:ext>
            </a:extLst>
          </p:cNvPr>
          <p:cNvSpPr/>
          <p:nvPr/>
        </p:nvSpPr>
        <p:spPr>
          <a:xfrm rot="3365512" flipV="1">
            <a:off x="303617" y="2186711"/>
            <a:ext cx="3220888" cy="994481"/>
          </a:xfrm>
          <a:prstGeom prst="arc">
            <a:avLst>
              <a:gd name="adj1" fmla="val 12481039"/>
              <a:gd name="adj2" fmla="val 21220435"/>
            </a:avLst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B5380339-6A9E-0D12-8015-C08C91BFAC16}"/>
              </a:ext>
            </a:extLst>
          </p:cNvPr>
          <p:cNvSpPr/>
          <p:nvPr/>
        </p:nvSpPr>
        <p:spPr>
          <a:xfrm>
            <a:off x="1037407" y="2177810"/>
            <a:ext cx="45750" cy="4459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02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thematical equation&#10;&#10;Description automatically generated with medium confidence">
            <a:extLst>
              <a:ext uri="{FF2B5EF4-FFF2-40B4-BE49-F238E27FC236}">
                <a16:creationId xmlns:a16="http://schemas.microsoft.com/office/drawing/2014/main" id="{3643F7C5-3307-EE79-2856-FC4B7A93D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453" y="1513918"/>
            <a:ext cx="8480257" cy="4548161"/>
          </a:xfrm>
          <a:prstGeom prst="rect">
            <a:avLst/>
          </a:prstGeom>
        </p:spPr>
      </p:pic>
      <p:sp>
        <p:nvSpPr>
          <p:cNvPr id="5" name="Textfeld 1">
            <a:extLst>
              <a:ext uri="{FF2B5EF4-FFF2-40B4-BE49-F238E27FC236}">
                <a16:creationId xmlns:a16="http://schemas.microsoft.com/office/drawing/2014/main" id="{52516B4B-2A0B-B837-DAAB-E09CF56CA384}"/>
              </a:ext>
            </a:extLst>
          </p:cNvPr>
          <p:cNvSpPr txBox="1"/>
          <p:nvPr/>
        </p:nvSpPr>
        <p:spPr>
          <a:xfrm>
            <a:off x="557079" y="612778"/>
            <a:ext cx="10145007" cy="450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Quantum equilibrium distribution in an ensemble of identically prepared subsystems: </a:t>
            </a:r>
          </a:p>
        </p:txBody>
      </p:sp>
    </p:spTree>
    <p:extLst>
      <p:ext uri="{BB962C8B-B14F-4D97-AF65-F5344CB8AC3E}">
        <p14:creationId xmlns:p14="http://schemas.microsoft.com/office/powerpoint/2010/main" val="534647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F15A1C8-761D-0D58-4CB8-82D8E5759AF5}"/>
                  </a:ext>
                </a:extLst>
              </p:cNvPr>
              <p:cNvSpPr txBox="1"/>
              <p:nvPr/>
            </p:nvSpPr>
            <p:spPr>
              <a:xfrm>
                <a:off x="679269" y="4440602"/>
                <a:ext cx="6750246" cy="8293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Total </a:t>
                </a:r>
                <a:r>
                  <a:rPr lang="de-DE" dirty="0" err="1"/>
                  <a:t>weight</a:t>
                </a:r>
                <a:r>
                  <a:rPr lang="de-DE" dirty="0"/>
                  <a:t> of </a:t>
                </a:r>
                <a:r>
                  <a:rPr lang="de-DE" dirty="0" err="1"/>
                  <a:t>branches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{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𝑠𝑝𝑖𝑛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 dirty="0" err="1" smtClean="0">
                        <a:latin typeface="Cambria Math" panose="02040503050406030204" pitchFamily="18" charset="0"/>
                      </a:rPr>
                      <m:t>𝑢𝑝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}=</m:t>
                    </m:r>
                    <m:d>
                      <m:d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  <m:mr>
                            <m:e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F15A1C8-761D-0D58-4CB8-82D8E5759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9" y="4440602"/>
                <a:ext cx="6750246" cy="829394"/>
              </a:xfrm>
              <a:prstGeom prst="rect">
                <a:avLst/>
              </a:prstGeom>
              <a:blipFill>
                <a:blip r:embed="rId2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3652D6C-9E74-BE6F-7675-6EA0A3DDD7D5}"/>
                  </a:ext>
                </a:extLst>
              </p:cNvPr>
              <p:cNvSpPr txBox="1"/>
              <p:nvPr/>
            </p:nvSpPr>
            <p:spPr>
              <a:xfrm>
                <a:off x="679269" y="5204546"/>
                <a:ext cx="6462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Total </a:t>
                </a:r>
                <a:r>
                  <a:rPr lang="de-DE" dirty="0" err="1"/>
                  <a:t>weight</a:t>
                </a:r>
                <a:r>
                  <a:rPr lang="de-DE" dirty="0"/>
                  <a:t> of </a:t>
                </a:r>
                <a:r>
                  <a:rPr lang="de-DE" dirty="0" err="1"/>
                  <a:t>branches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𝑠𝑝𝑖𝑛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 dirty="0" err="1" smtClean="0">
                            <a:latin typeface="Cambria Math" panose="02040503050406030204" pitchFamily="18" charset="0"/>
                          </a:rPr>
                          <m:t>𝑢𝑝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p>
                          <m:sSup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de-D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dirty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≈1 </m:t>
                    </m:r>
                  </m:oMath>
                </a14:m>
                <a:r>
                  <a:rPr lang="de-DE" b="0" dirty="0"/>
                  <a:t>(for large </a:t>
                </a:r>
                <a14:m>
                  <m:oMath xmlns:m="http://schemas.openxmlformats.org/officeDocument/2006/math">
                    <m:r>
                      <a:rPr lang="de-D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e-DE" b="0" dirty="0"/>
                  <a:t>) 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3652D6C-9E74-BE6F-7675-6EA0A3DDD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9" y="5204546"/>
                <a:ext cx="6462667" cy="369332"/>
              </a:xfrm>
              <a:prstGeom prst="rect">
                <a:avLst/>
              </a:prstGeom>
              <a:blipFill>
                <a:blip r:embed="rId3"/>
                <a:stretch>
                  <a:fillRect l="-754" t="-1000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94138F1-4DA3-D125-9202-C578F1B703C5}"/>
              </a:ext>
            </a:extLst>
          </p:cNvPr>
          <p:cNvGrpSpPr/>
          <p:nvPr/>
        </p:nvGrpSpPr>
        <p:grpSpPr>
          <a:xfrm>
            <a:off x="2086360" y="984864"/>
            <a:ext cx="7860982" cy="3611917"/>
            <a:chOff x="2253717" y="1588618"/>
            <a:chExt cx="7402899" cy="3308795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9551D86A-090C-687A-FB29-5085051180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1000"/>
                      </a14:imgEffect>
                      <a14:imgEffect>
                        <a14:brightnessContrast contrast="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470"/>
            <a:stretch/>
          </p:blipFill>
          <p:spPr>
            <a:xfrm>
              <a:off x="2433787" y="1588618"/>
              <a:ext cx="7022543" cy="25864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B96A71B0-DF51-5182-1D3A-2F774B45B67B}"/>
                    </a:ext>
                  </a:extLst>
                </p:cNvPr>
                <p:cNvSpPr txBox="1"/>
                <p:nvPr/>
              </p:nvSpPr>
              <p:spPr>
                <a:xfrm>
                  <a:off x="2253717" y="4197769"/>
                  <a:ext cx="7402899" cy="6996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100" smtClean="0"/>
                          <m:t>Branching</m:t>
                        </m:r>
                        <m:r>
                          <m:rPr>
                            <m:nor/>
                          </m:rPr>
                          <a:rPr lang="en-US" sz="1100" smtClean="0"/>
                          <m:t> </m:t>
                        </m:r>
                        <m:r>
                          <m:rPr>
                            <m:nor/>
                          </m:rPr>
                          <a:rPr lang="en-US" sz="1100" smtClean="0"/>
                          <m:t>Many</m:t>
                        </m:r>
                        <m:r>
                          <m:rPr>
                            <m:nor/>
                          </m:rPr>
                          <a:rPr lang="en-US" sz="1100" smtClean="0"/>
                          <m:t>−</m:t>
                        </m:r>
                        <m:r>
                          <m:rPr>
                            <m:nor/>
                          </m:rPr>
                          <a:rPr lang="en-US" sz="1100" smtClean="0"/>
                          <m:t>Worlds</m:t>
                        </m:r>
                        <m:r>
                          <m:rPr>
                            <m:nor/>
                          </m:rPr>
                          <a:rPr lang="en-US" sz="1100" smtClean="0"/>
                          <m:t> </m:t>
                        </m:r>
                        <m:r>
                          <m:rPr>
                            <m:nor/>
                          </m:rPr>
                          <a:rPr lang="en-US" sz="1100" smtClean="0"/>
                          <m:t>histories</m:t>
                        </m:r>
                        <m:r>
                          <m:rPr>
                            <m:nor/>
                          </m:rPr>
                          <a:rPr lang="en-US" sz="1100" smtClean="0"/>
                          <m:t> </m:t>
                        </m:r>
                        <m:r>
                          <m:rPr>
                            <m:nor/>
                          </m:rPr>
                          <a:rPr lang="en-US" sz="1100" smtClean="0"/>
                          <m:t>after</m:t>
                        </m:r>
                        <m:r>
                          <m:rPr>
                            <m:nor/>
                          </m:rPr>
                          <a:rPr lang="en-US" sz="1100" smtClean="0"/>
                          <m:t> </m:t>
                        </m:r>
                        <m:r>
                          <m:rPr>
                            <m:nor/>
                          </m:rPr>
                          <a:rPr lang="en-US" sz="1100" smtClean="0"/>
                          <m:t>three</m:t>
                        </m:r>
                        <m:r>
                          <m:rPr>
                            <m:nor/>
                          </m:rPr>
                          <a:rPr lang="en-US" sz="1100" smtClean="0"/>
                          <m:t> </m:t>
                        </m:r>
                        <m:r>
                          <m:rPr>
                            <m:nor/>
                          </m:rPr>
                          <a:rPr lang="en-US" sz="1100" smtClean="0"/>
                          <m:t>spin</m:t>
                        </m:r>
                        <m:r>
                          <m:rPr>
                            <m:nor/>
                          </m:rPr>
                          <a:rPr lang="en-US" sz="1100" smtClean="0"/>
                          <m:t> </m:t>
                        </m:r>
                        <m:r>
                          <m:rPr>
                            <m:nor/>
                          </m:rPr>
                          <a:rPr lang="en-US" sz="1100" smtClean="0"/>
                          <m:t>measurements</m:t>
                        </m:r>
                        <m:r>
                          <m:rPr>
                            <m:nor/>
                          </m:rPr>
                          <a:rPr lang="de-DE" sz="1100" b="0" i="0" smtClean="0"/>
                          <m:t>.</m:t>
                        </m:r>
                        <m:r>
                          <m:rPr>
                            <m:nor/>
                          </m:rPr>
                          <a:rPr lang="en-US" sz="1100"/>
                          <m:t> </m:t>
                        </m:r>
                        <m:r>
                          <m:rPr>
                            <m:nor/>
                          </m:rPr>
                          <a:rPr lang="en-US" sz="1100"/>
                          <m:t>Adapted</m:t>
                        </m:r>
                        <m:r>
                          <m:rPr>
                            <m:nor/>
                          </m:rPr>
                          <a:rPr lang="en-US" sz="1100"/>
                          <m:t> </m:t>
                        </m:r>
                        <m:r>
                          <m:rPr>
                            <m:nor/>
                          </m:rPr>
                          <a:rPr lang="en-US" sz="1100"/>
                          <m:t>from</m:t>
                        </m:r>
                        <m:r>
                          <m:rPr>
                            <m:nor/>
                          </m:rPr>
                          <a:rPr lang="en-US" sz="1100"/>
                          <m:t> </m:t>
                        </m:r>
                        <m:r>
                          <m:rPr>
                            <m:nor/>
                          </m:rPr>
                          <a:rPr lang="en-US" sz="1100"/>
                          <m:t>Barrett</m:t>
                        </m:r>
                        <m:r>
                          <m:rPr>
                            <m:nor/>
                          </m:rPr>
                          <a:rPr lang="en-US" sz="1100"/>
                          <m:t> (2016).</m:t>
                        </m:r>
                      </m:oMath>
                    </m:oMathPara>
                  </a14:m>
                  <a:endParaRPr lang="de-DE" sz="1100" dirty="0"/>
                </a:p>
                <a:p>
                  <a:endParaRPr lang="de-DE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B96A71B0-DF51-5182-1D3A-2F774B45B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3717" y="4197769"/>
                  <a:ext cx="7402899" cy="6996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ED5D139-0019-23BD-0821-D06F6453B692}"/>
                  </a:ext>
                </a:extLst>
              </p:cNvPr>
              <p:cNvSpPr txBox="1"/>
              <p:nvPr/>
            </p:nvSpPr>
            <p:spPr>
              <a:xfrm>
                <a:off x="679269" y="5877761"/>
                <a:ext cx="11201207" cy="40011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000" dirty="0"/>
                  <a:t>In nearly all branches, </a:t>
                </a:r>
                <a:r>
                  <a:rPr lang="de-DE" sz="2000" i="1" dirty="0"/>
                  <a:t>spin up </a:t>
                </a:r>
                <a:r>
                  <a:rPr lang="de-DE" sz="2000" dirty="0"/>
                  <a:t>is registered with a frequency approximating the Born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de-DE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2000" dirty="0"/>
                  <a:t>.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ED5D139-0019-23BD-0821-D06F6453B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9" y="5877761"/>
                <a:ext cx="11201207" cy="400110"/>
              </a:xfrm>
              <a:prstGeom prst="rect">
                <a:avLst/>
              </a:prstGeom>
              <a:blipFill>
                <a:blip r:embed="rId7"/>
                <a:stretch>
                  <a:fillRect l="-489" t="-4412" b="-25000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1B8BE3FD-DC40-453E-7B60-F2393D54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5810" y="-31906"/>
            <a:ext cx="8215275" cy="1325563"/>
          </a:xfrm>
        </p:spPr>
        <p:txBody>
          <a:bodyPr>
            <a:normAutofit/>
          </a:bodyPr>
          <a:lstStyle/>
          <a:p>
            <a:pPr algn="ctr"/>
            <a:r>
              <a:rPr lang="de-DE" sz="2800" u="sng" dirty="0">
                <a:latin typeface="+mn-lt"/>
              </a:rPr>
              <a:t>Everett‘s Typicality Account in Many-Worlds</a:t>
            </a:r>
          </a:p>
        </p:txBody>
      </p:sp>
    </p:spTree>
    <p:extLst>
      <p:ext uri="{BB962C8B-B14F-4D97-AF65-F5344CB8AC3E}">
        <p14:creationId xmlns:p14="http://schemas.microsoft.com/office/powerpoint/2010/main" val="280313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648</Words>
  <Application>Microsoft Office PowerPoint</Application>
  <PresentationFormat>Widescreen</PresentationFormat>
  <Paragraphs>133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Yu Gothic UI</vt:lpstr>
      <vt:lpstr>Aptos</vt:lpstr>
      <vt:lpstr>Aptos Display</vt:lpstr>
      <vt:lpstr>Arial</vt:lpstr>
      <vt:lpstr>Cambria Math</vt:lpstr>
      <vt:lpstr>Office Theme</vt:lpstr>
      <vt:lpstr>QM Foundations Animations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Effective Collapse in BM</vt:lpstr>
      <vt:lpstr>E.g. after spin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Everett‘s Typicality Account in Many-Worlds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Dustin Lazarovici</dc:creator>
  <cp:lastModifiedBy>Dustin Lazarovici</cp:lastModifiedBy>
  <cp:revision>1</cp:revision>
  <dcterms:created xsi:type="dcterms:W3CDTF">2025-09-30T21:29:21Z</dcterms:created>
  <dcterms:modified xsi:type="dcterms:W3CDTF">2025-09-30T21:51:49Z</dcterms:modified>
</cp:coreProperties>
</file>